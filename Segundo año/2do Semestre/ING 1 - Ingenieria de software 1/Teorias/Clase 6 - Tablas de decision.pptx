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  <p:sldMasterId id="2147483714" r:id="rId2"/>
  </p:sldMasterIdLst>
  <p:notesMasterIdLst>
    <p:notesMasterId r:id="rId18"/>
  </p:notes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797675" cy="987425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QsTMY8+W3MDSG7N+ye7h1x6Jj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0E08E2-D355-4D20-8D24-55204F0594CB}">
  <a:tblStyle styleId="{5E0E08E2-D355-4D20-8D24-55204F0594CB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E6E6"/>
          </a:solidFill>
        </a:fill>
      </a:tcStyle>
    </a:wholeTbl>
    <a:band1H>
      <a:tcTxStyle/>
      <a:tcStyle>
        <a:tcBdr/>
        <a:fill>
          <a:solidFill>
            <a:srgbClr val="E8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8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DC4FAF-F3F0-467E-A046-F97A92CCA5D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FBC4073-2079-4BD0-B836-F74B6868D695}" styleName="Table_2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laurence" userId="b7f0398930ceb831" providerId="LiveId" clId="{58B56762-FC13-417A-844E-95AD58651D61}"/>
    <pc:docChg chg="undo custSel modSld">
      <pc:chgData name="thiago laurence" userId="b7f0398930ceb831" providerId="LiveId" clId="{58B56762-FC13-417A-844E-95AD58651D61}" dt="2022-10-07T12:39:31.015" v="502" actId="14100"/>
      <pc:docMkLst>
        <pc:docMk/>
      </pc:docMkLst>
      <pc:sldChg chg="modSp mod">
        <pc:chgData name="thiago laurence" userId="b7f0398930ceb831" providerId="LiveId" clId="{58B56762-FC13-417A-844E-95AD58651D61}" dt="2022-10-07T12:39:31.015" v="502" actId="14100"/>
        <pc:sldMkLst>
          <pc:docMk/>
          <pc:sldMk cId="0" sldId="264"/>
        </pc:sldMkLst>
        <pc:spChg chg="mod">
          <ac:chgData name="thiago laurence" userId="b7f0398930ceb831" providerId="LiveId" clId="{58B56762-FC13-417A-844E-95AD58651D61}" dt="2022-10-05T15:45:17.711" v="19" actId="1035"/>
          <ac:spMkLst>
            <pc:docMk/>
            <pc:sldMk cId="0" sldId="264"/>
            <ac:spMk id="605" creationId="{00000000-0000-0000-0000-000000000000}"/>
          </ac:spMkLst>
        </pc:spChg>
        <pc:spChg chg="mod">
          <ac:chgData name="thiago laurence" userId="b7f0398930ceb831" providerId="LiveId" clId="{58B56762-FC13-417A-844E-95AD58651D61}" dt="2022-10-05T15:45:51.095" v="125" actId="1036"/>
          <ac:spMkLst>
            <pc:docMk/>
            <pc:sldMk cId="0" sldId="264"/>
            <ac:spMk id="606" creationId="{00000000-0000-0000-0000-000000000000}"/>
          </ac:spMkLst>
        </pc:spChg>
        <pc:spChg chg="mod">
          <ac:chgData name="thiago laurence" userId="b7f0398930ceb831" providerId="LiveId" clId="{58B56762-FC13-417A-844E-95AD58651D61}" dt="2022-10-05T15:45:27.073" v="60" actId="1036"/>
          <ac:spMkLst>
            <pc:docMk/>
            <pc:sldMk cId="0" sldId="264"/>
            <ac:spMk id="607" creationId="{00000000-0000-0000-0000-000000000000}"/>
          </ac:spMkLst>
        </pc:spChg>
        <pc:spChg chg="mod">
          <ac:chgData name="thiago laurence" userId="b7f0398930ceb831" providerId="LiveId" clId="{58B56762-FC13-417A-844E-95AD58651D61}" dt="2022-10-05T15:45:59.377" v="153" actId="1036"/>
          <ac:spMkLst>
            <pc:docMk/>
            <pc:sldMk cId="0" sldId="264"/>
            <ac:spMk id="608" creationId="{00000000-0000-0000-0000-000000000000}"/>
          </ac:spMkLst>
        </pc:spChg>
        <pc:spChg chg="mod">
          <ac:chgData name="thiago laurence" userId="b7f0398930ceb831" providerId="LiveId" clId="{58B56762-FC13-417A-844E-95AD58651D61}" dt="2022-10-05T15:46:13.795" v="248" actId="14100"/>
          <ac:spMkLst>
            <pc:docMk/>
            <pc:sldMk cId="0" sldId="264"/>
            <ac:spMk id="612" creationId="{00000000-0000-0000-0000-000000000000}"/>
          </ac:spMkLst>
        </pc:spChg>
        <pc:spChg chg="mod">
          <ac:chgData name="thiago laurence" userId="b7f0398930ceb831" providerId="LiveId" clId="{58B56762-FC13-417A-844E-95AD58651D61}" dt="2022-10-05T15:46:09.208" v="246" actId="1035"/>
          <ac:spMkLst>
            <pc:docMk/>
            <pc:sldMk cId="0" sldId="264"/>
            <ac:spMk id="615" creationId="{00000000-0000-0000-0000-000000000000}"/>
          </ac:spMkLst>
        </pc:spChg>
        <pc:graphicFrameChg chg="mod">
          <ac:chgData name="thiago laurence" userId="b7f0398930ceb831" providerId="LiveId" clId="{58B56762-FC13-417A-844E-95AD58651D61}" dt="2022-10-05T15:45:17.711" v="19" actId="1035"/>
          <ac:graphicFrameMkLst>
            <pc:docMk/>
            <pc:sldMk cId="0" sldId="264"/>
            <ac:graphicFrameMk id="604" creationId="{00000000-0000-0000-0000-000000000000}"/>
          </ac:graphicFrameMkLst>
        </pc:graphicFrameChg>
        <pc:graphicFrameChg chg="mod">
          <ac:chgData name="thiago laurence" userId="b7f0398930ceb831" providerId="LiveId" clId="{58B56762-FC13-417A-844E-95AD58651D61}" dt="2022-10-05T15:45:45.111" v="103" actId="1036"/>
          <ac:graphicFrameMkLst>
            <pc:docMk/>
            <pc:sldMk cId="0" sldId="264"/>
            <ac:graphicFrameMk id="610" creationId="{00000000-0000-0000-0000-000000000000}"/>
          </ac:graphicFrameMkLst>
        </pc:graphicFrameChg>
        <pc:graphicFrameChg chg="mod">
          <ac:chgData name="thiago laurence" userId="b7f0398930ceb831" providerId="LiveId" clId="{58B56762-FC13-417A-844E-95AD58651D61}" dt="2022-10-07T12:38:54.119" v="461" actId="1036"/>
          <ac:graphicFrameMkLst>
            <pc:docMk/>
            <pc:sldMk cId="0" sldId="264"/>
            <ac:graphicFrameMk id="611" creationId="{00000000-0000-0000-0000-000000000000}"/>
          </ac:graphicFrameMkLst>
        </pc:graphicFrameChg>
        <pc:graphicFrameChg chg="mod modGraphic">
          <ac:chgData name="thiago laurence" userId="b7f0398930ceb831" providerId="LiveId" clId="{58B56762-FC13-417A-844E-95AD58651D61}" dt="2022-10-07T12:39:31.015" v="502" actId="14100"/>
          <ac:graphicFrameMkLst>
            <pc:docMk/>
            <pc:sldMk cId="0" sldId="264"/>
            <ac:graphicFrameMk id="613" creationId="{00000000-0000-0000-0000-000000000000}"/>
          </ac:graphicFrameMkLst>
        </pc:graphicFrameChg>
      </pc:sldChg>
      <pc:sldChg chg="modSp mod">
        <pc:chgData name="thiago laurence" userId="b7f0398930ceb831" providerId="LiveId" clId="{58B56762-FC13-417A-844E-95AD58651D61}" dt="2022-10-05T15:52:17.860" v="427" actId="1035"/>
        <pc:sldMkLst>
          <pc:docMk/>
          <pc:sldMk cId="0" sldId="265"/>
        </pc:sldMkLst>
        <pc:spChg chg="mod">
          <ac:chgData name="thiago laurence" userId="b7f0398930ceb831" providerId="LiveId" clId="{58B56762-FC13-417A-844E-95AD58651D61}" dt="2022-10-05T15:51:21.392" v="250" actId="14100"/>
          <ac:spMkLst>
            <pc:docMk/>
            <pc:sldMk cId="0" sldId="265"/>
            <ac:spMk id="623" creationId="{00000000-0000-0000-0000-000000000000}"/>
          </ac:spMkLst>
        </pc:spChg>
        <pc:graphicFrameChg chg="mod">
          <ac:chgData name="thiago laurence" userId="b7f0398930ceb831" providerId="LiveId" clId="{58B56762-FC13-417A-844E-95AD58651D61}" dt="2022-10-05T15:51:57.217" v="378" actId="1036"/>
          <ac:graphicFrameMkLst>
            <pc:docMk/>
            <pc:sldMk cId="0" sldId="265"/>
            <ac:graphicFrameMk id="624" creationId="{00000000-0000-0000-0000-000000000000}"/>
          </ac:graphicFrameMkLst>
        </pc:graphicFrameChg>
        <pc:graphicFrameChg chg="mod">
          <ac:chgData name="thiago laurence" userId="b7f0398930ceb831" providerId="LiveId" clId="{58B56762-FC13-417A-844E-95AD58651D61}" dt="2022-10-05T15:52:17.860" v="427" actId="1035"/>
          <ac:graphicFrameMkLst>
            <pc:docMk/>
            <pc:sldMk cId="0" sldId="265"/>
            <ac:graphicFrameMk id="625" creationId="{00000000-0000-0000-0000-000000000000}"/>
          </ac:graphicFrameMkLst>
        </pc:graphicFrameChg>
        <pc:graphicFrameChg chg="mod">
          <ac:chgData name="thiago laurence" userId="b7f0398930ceb831" providerId="LiveId" clId="{58B56762-FC13-417A-844E-95AD58651D61}" dt="2022-10-05T15:51:51.562" v="341" actId="1036"/>
          <ac:graphicFrameMkLst>
            <pc:docMk/>
            <pc:sldMk cId="0" sldId="265"/>
            <ac:graphicFrameMk id="626" creationId="{00000000-0000-0000-0000-000000000000}"/>
          </ac:graphicFrameMkLst>
        </pc:graphicFrameChg>
        <pc:graphicFrameChg chg="mod">
          <ac:chgData name="thiago laurence" userId="b7f0398930ceb831" providerId="LiveId" clId="{58B56762-FC13-417A-844E-95AD58651D61}" dt="2022-10-05T15:52:17.860" v="427" actId="1035"/>
          <ac:graphicFrameMkLst>
            <pc:docMk/>
            <pc:sldMk cId="0" sldId="265"/>
            <ac:graphicFrameMk id="62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p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  <p:sp>
        <p:nvSpPr>
          <p:cNvPr id="524" name="Google Shape;524;p1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Ingeniera de Software I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8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0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4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5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6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eño personalizado">
  <p:cSld name="3_Diseño personalizado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ftr" idx="11"/>
          </p:nvPr>
        </p:nvSpPr>
        <p:spPr>
          <a:xfrm>
            <a:off x="4241629" y="6459787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body" idx="1"/>
          </p:nvPr>
        </p:nvSpPr>
        <p:spPr>
          <a:xfrm>
            <a:off x="4433" y="6451617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2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  <a:defRPr sz="2800"/>
            </a:lvl1pPr>
            <a:lvl2pPr marL="914400" lvl="1" indent="-381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2pPr>
            <a:lvl3pPr marL="1371600" lvl="2" indent="-355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3pPr>
            <a:lvl4pPr marL="1828800" lvl="3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4pPr>
            <a:lvl5pPr marL="2286000" lvl="4" indent="-330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>
            <a:off x="527381" y="260648"/>
            <a:ext cx="10858576" cy="5976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800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marL="1371600" lvl="2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marL="1828800" lvl="3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marL="2286000" lvl="4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ftr" idx="11"/>
          </p:nvPr>
        </p:nvSpPr>
        <p:spPr>
          <a:xfrm>
            <a:off x="6671735" y="6308728"/>
            <a:ext cx="4705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725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7725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7725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7725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7725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7725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7725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7725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7725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1"/>
          </p:nvPr>
        </p:nvSpPr>
        <p:spPr>
          <a:xfrm>
            <a:off x="676656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800"/>
            </a:lvl1pPr>
            <a:lvl2pPr marL="914400" lvl="1" indent="-32385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500"/>
            </a:lvl2pPr>
            <a:lvl3pPr marL="1371600" lvl="2" indent="-314325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50"/>
            </a:lvl3pPr>
            <a:lvl4pPr marL="1828800" lvl="3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200"/>
            </a:lvl4pPr>
            <a:lvl5pPr marL="2286000" lvl="4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200"/>
            </a:lvl5pPr>
            <a:lvl6pPr marL="2743200" lvl="5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6pPr>
            <a:lvl7pPr marL="3200400" lvl="6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7pPr>
            <a:lvl8pPr marL="3657600" lvl="7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8pPr>
            <a:lvl9pPr marL="4114800" lvl="8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body" idx="2"/>
          </p:nvPr>
        </p:nvSpPr>
        <p:spPr>
          <a:xfrm>
            <a:off x="6011331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800"/>
            </a:lvl1pPr>
            <a:lvl2pPr marL="914400" lvl="1" indent="-32385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500"/>
            </a:lvl2pPr>
            <a:lvl3pPr marL="1371600" lvl="2" indent="-314325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50"/>
            </a:lvl3pPr>
            <a:lvl4pPr marL="1828800" lvl="3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200"/>
            </a:lvl4pPr>
            <a:lvl5pPr marL="2286000" lvl="4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200"/>
            </a:lvl5pPr>
            <a:lvl6pPr marL="2743200" lvl="5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6pPr>
            <a:lvl7pPr marL="3200400" lvl="6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7pPr>
            <a:lvl8pPr marL="3657600" lvl="7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8pPr>
            <a:lvl9pPr marL="4114800" lvl="8" indent="-30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sldNum" idx="12"/>
          </p:nvPr>
        </p:nvSpPr>
        <p:spPr>
          <a:xfrm>
            <a:off x="9249399" y="2852614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0" name="Google Shape;120;p25"/>
          <p:cNvSpPr txBox="1"/>
          <p:nvPr/>
        </p:nvSpPr>
        <p:spPr>
          <a:xfrm>
            <a:off x="5176316" y="6484429"/>
            <a:ext cx="662361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2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5">
              <a:solidFill>
                <a:srgbClr val="C5D1D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5"/>
          <p:cNvSpPr txBox="1">
            <a:spLocks noGrp="1"/>
          </p:cNvSpPr>
          <p:nvPr>
            <p:ph type="body" idx="3"/>
          </p:nvPr>
        </p:nvSpPr>
        <p:spPr>
          <a:xfrm>
            <a:off x="5951985" y="6509538"/>
            <a:ext cx="2162515" cy="30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3pPr>
            <a:lvl4pPr marL="1828800" lvl="3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4pPr>
            <a:lvl5pPr marL="2286000" lvl="4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dt" idx="10"/>
          </p:nvPr>
        </p:nvSpPr>
        <p:spPr>
          <a:xfrm>
            <a:off x="2898948" y="6511628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Imagen con título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>
            <a:spLocks noGrp="1"/>
          </p:cNvSpPr>
          <p:nvPr>
            <p:ph type="title"/>
          </p:nvPr>
        </p:nvSpPr>
        <p:spPr>
          <a:xfrm>
            <a:off x="653976" y="4737546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sz="3300" b="0">
                <a:solidFill>
                  <a:srgbClr val="C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1"/>
          </p:nvPr>
        </p:nvSpPr>
        <p:spPr>
          <a:xfrm>
            <a:off x="653976" y="5487888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C00000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5pPr>
            <a:lvl6pPr marL="2743200" lvl="5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6pPr>
            <a:lvl7pPr marL="3200400" lvl="6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7pPr>
            <a:lvl8pPr marL="3657600" lvl="7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8pPr>
            <a:lvl9pPr marL="4114800" lvl="8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ftr" idx="11"/>
          </p:nvPr>
        </p:nvSpPr>
        <p:spPr>
          <a:xfrm>
            <a:off x="685800" y="6481100"/>
            <a:ext cx="2241848" cy="302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30" name="Google Shape;130;p26" descr="2"/>
          <p:cNvPicPr preferRelativeResize="0"/>
          <p:nvPr/>
        </p:nvPicPr>
        <p:blipFill rotWithShape="1">
          <a:blip r:embed="rId2">
            <a:alphaModFix/>
          </a:blip>
          <a:srcRect l="8462"/>
          <a:stretch/>
        </p:blipFill>
        <p:spPr>
          <a:xfrm>
            <a:off x="21928" y="12576"/>
            <a:ext cx="12144672" cy="4061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seño personalizado">
  <p:cSld name="4_Diseño personalizado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60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60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60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60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60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60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60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60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60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dt" idx="10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ftr" idx="11"/>
          </p:nvPr>
        </p:nvSpPr>
        <p:spPr>
          <a:xfrm>
            <a:off x="168981" y="6554697"/>
            <a:ext cx="3334731" cy="30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on ">
  <p:cSld name="Encabezado de Seccion 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8" descr="2"/>
          <p:cNvPicPr preferRelativeResize="0"/>
          <p:nvPr/>
        </p:nvPicPr>
        <p:blipFill rotWithShape="1">
          <a:blip r:embed="rId2">
            <a:alphaModFix/>
          </a:blip>
          <a:srcRect l="8462"/>
          <a:stretch/>
        </p:blipFill>
        <p:spPr>
          <a:xfrm>
            <a:off x="32048" y="116636"/>
            <a:ext cx="12159952" cy="417796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8"/>
          <p:cNvSpPr txBox="1">
            <a:spLocks noGrp="1"/>
          </p:cNvSpPr>
          <p:nvPr>
            <p:ph type="title"/>
          </p:nvPr>
        </p:nvSpPr>
        <p:spPr>
          <a:xfrm>
            <a:off x="551384" y="2051017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  <a:defRPr sz="5400" b="0">
                <a:solidFill>
                  <a:srgbClr val="C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body" idx="1"/>
          </p:nvPr>
        </p:nvSpPr>
        <p:spPr>
          <a:xfrm>
            <a:off x="551384" y="4359587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C00000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5pPr>
            <a:lvl6pPr marL="2743200" lvl="5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6pPr>
            <a:lvl7pPr marL="3200400" lvl="6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7pPr>
            <a:lvl8pPr marL="3657600" lvl="7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8pPr>
            <a:lvl9pPr marL="4114800" lvl="8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ftr" idx="11"/>
          </p:nvPr>
        </p:nvSpPr>
        <p:spPr>
          <a:xfrm>
            <a:off x="685800" y="6481100"/>
            <a:ext cx="2817912" cy="37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seño personalizado">
  <p:cSld name="2_Diseño personalizado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9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54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54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54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54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54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54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54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54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5400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6" name="Google Shape;146;p29"/>
          <p:cNvSpPr txBox="1">
            <a:spLocks noGrp="1"/>
          </p:cNvSpPr>
          <p:nvPr>
            <p:ph type="dt" idx="10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" type="title">
  <p:cSld name="TITLE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 b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0"/>
          <p:cNvSpPr txBox="1">
            <a:spLocks noGrp="1"/>
          </p:cNvSpPr>
          <p:nvPr>
            <p:ph type="subTitle" idx="1"/>
          </p:nvPr>
        </p:nvSpPr>
        <p:spPr>
          <a:xfrm>
            <a:off x="304800" y="4706112"/>
            <a:ext cx="9245600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100"/>
              <a:buNone/>
              <a:defRPr sz="1100" b="1">
                <a:solidFill>
                  <a:srgbClr val="5C5C5C"/>
                </a:solidFill>
              </a:defRPr>
            </a:lvl1pPr>
            <a:lvl2pPr lvl="1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lvl="2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3pPr>
            <a:lvl4pPr lvl="3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lvl="4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5pPr>
            <a:lvl6pPr lvl="5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6pPr>
            <a:lvl7pPr lvl="6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7pPr>
            <a:lvl8pPr lvl="7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8pPr>
            <a:lvl9pPr lvl="8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0"/>
          <p:cNvSpPr txBox="1">
            <a:spLocks noGrp="1"/>
          </p:cNvSpPr>
          <p:nvPr>
            <p:ph type="sldNum" idx="12"/>
          </p:nvPr>
        </p:nvSpPr>
        <p:spPr>
          <a:xfrm>
            <a:off x="8636002" y="6477000"/>
            <a:ext cx="1361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52" name="Google Shape;152;p3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53" name="Google Shape;153;p30"/>
          <p:cNvSpPr txBox="1">
            <a:spLocks noGrp="1"/>
          </p:cNvSpPr>
          <p:nvPr>
            <p:ph type="dt" idx="10"/>
          </p:nvPr>
        </p:nvSpPr>
        <p:spPr>
          <a:xfrm>
            <a:off x="304800" y="6477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0A0A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>
  <p:cSld name="1_Diseño personalizado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1"/>
          <p:cNvSpPr txBox="1">
            <a:spLocks noGrp="1"/>
          </p:cNvSpPr>
          <p:nvPr>
            <p:ph type="body" idx="1"/>
          </p:nvPr>
        </p:nvSpPr>
        <p:spPr>
          <a:xfrm>
            <a:off x="335360" y="692696"/>
            <a:ext cx="10945216" cy="5544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800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marL="1371600" lvl="2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marL="1828800" lvl="3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marL="2286000" lvl="4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57" name="Google Shape;157;p31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58" name="Google Shape;158;p31"/>
          <p:cNvSpPr txBox="1">
            <a:spLocks noGrp="1"/>
          </p:cNvSpPr>
          <p:nvPr>
            <p:ph type="body" idx="3"/>
          </p:nvPr>
        </p:nvSpPr>
        <p:spPr>
          <a:xfrm>
            <a:off x="335360" y="188640"/>
            <a:ext cx="10945216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  <a:defRPr sz="2800" cap="smal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marL="1371600" lvl="2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marL="1828800" lvl="3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marL="2286000" lvl="4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59" name="Google Shape;159;p31"/>
          <p:cNvSpPr txBox="1">
            <a:spLocks noGrp="1"/>
          </p:cNvSpPr>
          <p:nvPr>
            <p:ph type="ftr" idx="11"/>
          </p:nvPr>
        </p:nvSpPr>
        <p:spPr>
          <a:xfrm>
            <a:off x="6671735" y="6308728"/>
            <a:ext cx="4705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dt" idx="10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>
  <p:cSld name="1_Título y objetos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>
            <a:spLocks noGrp="1"/>
          </p:cNvSpPr>
          <p:nvPr>
            <p:ph type="body" idx="1"/>
          </p:nvPr>
        </p:nvSpPr>
        <p:spPr>
          <a:xfrm>
            <a:off x="335360" y="692696"/>
            <a:ext cx="10945216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800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marL="1371600" lvl="2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marL="1828800" lvl="3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marL="2286000" lvl="4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64" name="Google Shape;164;p32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2"/>
          <p:cNvSpPr txBox="1">
            <a:spLocks noGrp="1"/>
          </p:cNvSpPr>
          <p:nvPr>
            <p:ph type="body" idx="2"/>
          </p:nvPr>
        </p:nvSpPr>
        <p:spPr>
          <a:xfrm>
            <a:off x="335360" y="188640"/>
            <a:ext cx="10945216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  <a:defRPr sz="2800" cap="smal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marL="1371600" lvl="2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marL="1828800" lvl="3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marL="2286000" lvl="4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>
  <p:cSld name="Encabezado de secció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3"/>
          <p:cNvSpPr/>
          <p:nvPr/>
        </p:nvSpPr>
        <p:spPr>
          <a:xfrm>
            <a:off x="0" y="4646616"/>
            <a:ext cx="12192000" cy="269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3"/>
          <p:cNvSpPr txBox="1">
            <a:spLocks noGrp="1"/>
          </p:cNvSpPr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 b="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3"/>
          <p:cNvSpPr txBox="1">
            <a:spLocks noGrp="1"/>
          </p:cNvSpPr>
          <p:nvPr>
            <p:ph type="dt" idx="10"/>
          </p:nvPr>
        </p:nvSpPr>
        <p:spPr>
          <a:xfrm>
            <a:off x="304800" y="6477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0A0A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74" name="Google Shape;174;p33"/>
          <p:cNvSpPr txBox="1">
            <a:spLocks noGrp="1"/>
          </p:cNvSpPr>
          <p:nvPr>
            <p:ph type="sldNum" idx="12"/>
          </p:nvPr>
        </p:nvSpPr>
        <p:spPr>
          <a:xfrm>
            <a:off x="8636002" y="6477000"/>
            <a:ext cx="13610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4"/>
          <p:cNvSpPr txBox="1">
            <a:spLocks noGrp="1"/>
          </p:cNvSpPr>
          <p:nvPr>
            <p:ph type="body" idx="1"/>
          </p:nvPr>
        </p:nvSpPr>
        <p:spPr>
          <a:xfrm>
            <a:off x="335360" y="268992"/>
            <a:ext cx="10972800" cy="5824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800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marL="1371600" lvl="2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marL="1828800" lvl="3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marL="2286000" lvl="4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78" name="Google Shape;178;p34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79" name="Google Shape;179;p34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7725" b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 type="twoObj">
  <p:cSld name="TWO_OBJECTS">
    <p:bg>
      <p:bgPr>
        <a:solidFill>
          <a:srgbClr val="41414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>
            <a:spLocks noGrp="1"/>
          </p:cNvSpPr>
          <p:nvPr>
            <p:ph type="body" idx="1"/>
          </p:nvPr>
        </p:nvSpPr>
        <p:spPr>
          <a:xfrm>
            <a:off x="609600" y="1481329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  <a:defRPr sz="2800"/>
            </a:lvl1pPr>
            <a:lvl2pPr marL="914400" lvl="1" indent="-381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2400"/>
              <a:buChar char=" "/>
              <a:defRPr sz="2400"/>
            </a:lvl2pPr>
            <a:lvl3pPr marL="1371600" lvl="2" indent="-355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2000"/>
              <a:buChar char=" "/>
              <a:defRPr sz="2000"/>
            </a:lvl3pPr>
            <a:lvl4pPr marL="1828800" lvl="3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 sz="1800"/>
            </a:lvl4pPr>
            <a:lvl5pPr marL="2286000" lvl="4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 sz="1800"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82" name="Google Shape;182;p35"/>
          <p:cNvSpPr txBox="1">
            <a:spLocks noGrp="1"/>
          </p:cNvSpPr>
          <p:nvPr>
            <p:ph type="body" idx="2"/>
          </p:nvPr>
        </p:nvSpPr>
        <p:spPr>
          <a:xfrm>
            <a:off x="6197600" y="1481329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  <a:defRPr sz="2800"/>
            </a:lvl1pPr>
            <a:lvl2pPr marL="914400" lvl="1" indent="-381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2400"/>
              <a:buChar char=" "/>
              <a:defRPr sz="2400"/>
            </a:lvl2pPr>
            <a:lvl3pPr marL="1371600" lvl="2" indent="-355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2000"/>
              <a:buChar char=" "/>
              <a:defRPr sz="2000"/>
            </a:lvl3pPr>
            <a:lvl4pPr marL="1828800" lvl="3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 sz="1800"/>
            </a:lvl4pPr>
            <a:lvl5pPr marL="2286000" lvl="4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 sz="1800"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83" name="Google Shape;183;p35"/>
          <p:cNvSpPr txBox="1">
            <a:spLocks noGrp="1"/>
          </p:cNvSpPr>
          <p:nvPr>
            <p:ph type="dt" idx="10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5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85" name="Google Shape;185;p35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6" name="Google Shape;186;p35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6"/>
          <p:cNvSpPr txBox="1">
            <a:spLocks noGrp="1"/>
          </p:cNvSpPr>
          <p:nvPr>
            <p:ph type="dt" idx="10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6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91" name="Google Shape;191;p36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ormal con fuente ">
  <p:cSld name="1_Normal con fuente "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>
            <a:spLocks noGrp="1"/>
          </p:cNvSpPr>
          <p:nvPr>
            <p:ph type="title"/>
          </p:nvPr>
        </p:nvSpPr>
        <p:spPr>
          <a:xfrm>
            <a:off x="623393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7"/>
          <p:cNvSpPr txBox="1">
            <a:spLocks noGrp="1"/>
          </p:cNvSpPr>
          <p:nvPr>
            <p:ph type="sldNum" idx="12"/>
          </p:nvPr>
        </p:nvSpPr>
        <p:spPr>
          <a:xfrm>
            <a:off x="9249399" y="2852612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95" name="Google Shape;195;p37"/>
          <p:cNvSpPr txBox="1"/>
          <p:nvPr/>
        </p:nvSpPr>
        <p:spPr>
          <a:xfrm>
            <a:off x="5176314" y="6484427"/>
            <a:ext cx="662361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sz="825">
              <a:solidFill>
                <a:srgbClr val="C5D1D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7"/>
          <p:cNvSpPr txBox="1">
            <a:spLocks noGrp="1"/>
          </p:cNvSpPr>
          <p:nvPr>
            <p:ph type="body" idx="1"/>
          </p:nvPr>
        </p:nvSpPr>
        <p:spPr>
          <a:xfrm>
            <a:off x="5951985" y="6509536"/>
            <a:ext cx="2162515" cy="30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5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3pPr>
            <a:lvl4pPr marL="1828800" lvl="3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4pPr>
            <a:lvl5pPr marL="2286000" lvl="4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sp>
        <p:nvSpPr>
          <p:cNvPr id="197" name="Google Shape;197;p37"/>
          <p:cNvSpPr txBox="1">
            <a:spLocks noGrp="1"/>
          </p:cNvSpPr>
          <p:nvPr>
            <p:ph type="body" idx="2"/>
          </p:nvPr>
        </p:nvSpPr>
        <p:spPr>
          <a:xfrm>
            <a:off x="623392" y="1902577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marL="1371600" lvl="2" indent="-32385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500"/>
              <a:buChar char=" "/>
              <a:defRPr/>
            </a:lvl3pPr>
            <a:lvl4pPr marL="1828800" lvl="3" indent="-314325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Char char=" "/>
              <a:defRPr/>
            </a:lvl4pPr>
            <a:lvl5pPr marL="2286000" lvl="4" indent="-314325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Char char=" "/>
              <a:defRPr/>
            </a:lvl5pPr>
            <a:lvl6pPr marL="2743200" lvl="5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endParaRPr/>
          </a:p>
        </p:txBody>
      </p:sp>
      <p:cxnSp>
        <p:nvCxnSpPr>
          <p:cNvPr id="198" name="Google Shape;198;p37"/>
          <p:cNvCxnSpPr/>
          <p:nvPr/>
        </p:nvCxnSpPr>
        <p:spPr>
          <a:xfrm>
            <a:off x="623394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37"/>
          <p:cNvSpPr txBox="1">
            <a:spLocks noGrp="1"/>
          </p:cNvSpPr>
          <p:nvPr>
            <p:ph type="dt" idx="10"/>
          </p:nvPr>
        </p:nvSpPr>
        <p:spPr>
          <a:xfrm>
            <a:off x="2567608" y="6543221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7"/>
          <p:cNvSpPr txBox="1">
            <a:spLocks noGrp="1"/>
          </p:cNvSpPr>
          <p:nvPr>
            <p:ph type="ftr" idx="11"/>
          </p:nvPr>
        </p:nvSpPr>
        <p:spPr>
          <a:xfrm>
            <a:off x="168981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01" name="Google Shape;201;p37"/>
          <p:cNvSpPr txBox="1"/>
          <p:nvPr/>
        </p:nvSpPr>
        <p:spPr>
          <a:xfrm>
            <a:off x="5176314" y="6484427"/>
            <a:ext cx="662361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sz="825">
              <a:solidFill>
                <a:srgbClr val="C5D1D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37"/>
          <p:cNvCxnSpPr/>
          <p:nvPr/>
        </p:nvCxnSpPr>
        <p:spPr>
          <a:xfrm>
            <a:off x="623394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3" name="Google Shape;203;p37"/>
          <p:cNvSpPr txBox="1"/>
          <p:nvPr/>
        </p:nvSpPr>
        <p:spPr>
          <a:xfrm>
            <a:off x="5176313" y="6484425"/>
            <a:ext cx="66236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sz="1100">
              <a:solidFill>
                <a:srgbClr val="C5D1D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37"/>
          <p:cNvCxnSpPr/>
          <p:nvPr/>
        </p:nvCxnSpPr>
        <p:spPr>
          <a:xfrm>
            <a:off x="623392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>
            <a:spLocks noGrp="1"/>
          </p:cNvSpPr>
          <p:nvPr>
            <p:ph type="dt" idx="10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8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208" name="Google Shape;208;p38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C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n con título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138a1e40217_0_9"/>
          <p:cNvSpPr txBox="1">
            <a:spLocks noGrp="1"/>
          </p:cNvSpPr>
          <p:nvPr>
            <p:ph type="title"/>
          </p:nvPr>
        </p:nvSpPr>
        <p:spPr>
          <a:xfrm>
            <a:off x="653977" y="4737548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sz="3287" b="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g138a1e40217_0_9"/>
          <p:cNvSpPr txBox="1">
            <a:spLocks noGrp="1"/>
          </p:cNvSpPr>
          <p:nvPr>
            <p:ph type="body" idx="1"/>
          </p:nvPr>
        </p:nvSpPr>
        <p:spPr>
          <a:xfrm>
            <a:off x="653976" y="5487888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C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900"/>
              <a:buNone/>
              <a:defRPr sz="89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750"/>
              <a:buNone/>
              <a:defRPr sz="747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675"/>
              <a:buNone/>
              <a:defRPr sz="67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g138a1e40217_0_9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2" name="Google Shape;22;g138a1e40217_0_9"/>
          <p:cNvSpPr txBox="1">
            <a:spLocks noGrp="1"/>
          </p:cNvSpPr>
          <p:nvPr>
            <p:ph type="ftr" idx="11"/>
          </p:nvPr>
        </p:nvSpPr>
        <p:spPr>
          <a:xfrm>
            <a:off x="685800" y="6481102"/>
            <a:ext cx="22419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23" name="Google Shape;23;g138a1e40217_0_9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pic>
        <p:nvPicPr>
          <p:cNvPr id="24" name="Google Shape;24;g138a1e40217_0_9" descr="2"/>
          <p:cNvPicPr preferRelativeResize="0"/>
          <p:nvPr/>
        </p:nvPicPr>
        <p:blipFill rotWithShape="1">
          <a:blip r:embed="rId2">
            <a:alphaModFix/>
          </a:blip>
          <a:srcRect l="8462"/>
          <a:stretch/>
        </p:blipFill>
        <p:spPr>
          <a:xfrm>
            <a:off x="23664" y="0"/>
            <a:ext cx="12144672" cy="4277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66419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38a1e40217_0_16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7" name="Google Shape;27;g138a1e40217_0_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Google Shape;28;g138a1e40217_0_16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9" name="Google Shape;29;g138a1e40217_0_16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30" name="Google Shape;30;g138a1e40217_0_16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2445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Encabezado de secció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38a1e40217_0_22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138a1e40217_0_22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138a1e40217_0_22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7968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5" name="Google Shape;35;g138a1e40217_0_22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400"/>
              <a:buNone/>
              <a:defRPr sz="239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None/>
              <a:defRPr sz="1394">
                <a:solidFill>
                  <a:srgbClr val="888888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6" name="Google Shape;36;g138a1e40217_0_22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37" name="Google Shape;37;g138a1e40217_0_22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38" name="Google Shape;38;g138a1e40217_0_2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cxnSp>
        <p:nvCxnSpPr>
          <p:cNvPr id="39" name="Google Shape;39;g138a1e40217_0_22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180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38a1e40217_0_31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2" name="Google Shape;42;g138a1e40217_0_31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43" name="Google Shape;43;g138a1e40217_0_31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44" name="Google Shape;44;g138a1e40217_0_31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10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ormal con fuente ">
  <p:cSld name="1_Normal con fuente 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38a1e40217_0_36"/>
          <p:cNvSpPr txBox="1">
            <a:spLocks noGrp="1"/>
          </p:cNvSpPr>
          <p:nvPr>
            <p:ph type="title"/>
          </p:nvPr>
        </p:nvSpPr>
        <p:spPr>
          <a:xfrm>
            <a:off x="623394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7" name="Google Shape;47;g138a1e40217_0_36"/>
          <p:cNvSpPr txBox="1">
            <a:spLocks noGrp="1"/>
          </p:cNvSpPr>
          <p:nvPr>
            <p:ph type="sldNum" idx="12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48" name="Google Shape;48;g138a1e40217_0_36"/>
          <p:cNvSpPr txBox="1">
            <a:spLocks noGrp="1"/>
          </p:cNvSpPr>
          <p:nvPr>
            <p:ph type="body" idx="1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2" b="0" i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050"/>
              <a:buNone/>
              <a:defRPr sz="104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g138a1e40217_0_36"/>
          <p:cNvSpPr txBox="1">
            <a:spLocks noGrp="1"/>
          </p:cNvSpPr>
          <p:nvPr>
            <p:ph type="body" idx="2"/>
          </p:nvPr>
        </p:nvSpPr>
        <p:spPr>
          <a:xfrm>
            <a:off x="623392" y="1902579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0" name="Google Shape;50;g138a1e40217_0_36"/>
          <p:cNvSpPr txBox="1">
            <a:spLocks noGrp="1"/>
          </p:cNvSpPr>
          <p:nvPr>
            <p:ph type="dt" idx="10"/>
          </p:nvPr>
        </p:nvSpPr>
        <p:spPr>
          <a:xfrm>
            <a:off x="2567609" y="6543223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51" name="Google Shape;51;g138a1e40217_0_36"/>
          <p:cNvSpPr txBox="1">
            <a:spLocks noGrp="1"/>
          </p:cNvSpPr>
          <p:nvPr>
            <p:ph type="ftr" idx="11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52" name="Google Shape;52;g138a1e40217_0_36"/>
          <p:cNvSpPr txBox="1"/>
          <p:nvPr/>
        </p:nvSpPr>
        <p:spPr>
          <a:xfrm>
            <a:off x="5176315" y="6484429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sz="822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g138a1e40217_0_36"/>
          <p:cNvCxnSpPr/>
          <p:nvPr/>
        </p:nvCxnSpPr>
        <p:spPr>
          <a:xfrm>
            <a:off x="623393" y="1772816"/>
            <a:ext cx="1077270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08209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Diapositiva de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38a1e40217_0_45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38a1e40217_0_45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138a1e40217_0_4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7968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8" name="Google Shape;58;g138a1e40217_0_45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400"/>
              <a:buNone/>
              <a:defRPr sz="239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400"/>
              <a:buNone/>
              <a:defRPr sz="2390"/>
            </a:lvl2pPr>
            <a:lvl3pPr lvl="2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400"/>
              <a:buNone/>
              <a:defRPr sz="2390"/>
            </a:lvl3pPr>
            <a:lvl4pPr lvl="3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4pPr>
            <a:lvl5pPr lvl="4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5pPr>
            <a:lvl6pPr lvl="5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6pPr>
            <a:lvl7pPr lvl="6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7pPr>
            <a:lvl8pPr lvl="7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8pPr>
            <a:lvl9pPr lvl="8" algn="ctr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2000"/>
              <a:buNone/>
              <a:defRPr sz="1992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59" name="Google Shape;59;g138a1e40217_0_45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60" name="Google Shape;60;g138a1e40217_0_45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61" name="Google Shape;61;g138a1e40217_0_45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cxnSp>
        <p:nvCxnSpPr>
          <p:cNvPr id="62" name="Google Shape;62;g138a1e40217_0_45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5564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>
  <p:cSld name="Normal con fuente 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8a1e40217_0_54"/>
          <p:cNvSpPr txBox="1">
            <a:spLocks noGrp="1"/>
          </p:cNvSpPr>
          <p:nvPr>
            <p:ph type="title"/>
          </p:nvPr>
        </p:nvSpPr>
        <p:spPr>
          <a:xfrm>
            <a:off x="645393" y="11663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5" name="Google Shape;65;g138a1e40217_0_54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66" name="Google Shape;66;g138a1e40217_0_54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sz="822" b="0" i="0" u="none" strike="noStrike" cap="non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138a1e40217_0_54"/>
          <p:cNvSpPr txBox="1">
            <a:spLocks noGrp="1"/>
          </p:cNvSpPr>
          <p:nvPr>
            <p:ph type="body" idx="1"/>
          </p:nvPr>
        </p:nvSpPr>
        <p:spPr>
          <a:xfrm>
            <a:off x="788830" y="2924945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8" name="Google Shape;68;g138a1e40217_0_54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69" name="Google Shape;69;g138a1e40217_0_54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70" name="Google Shape;70;g138a1e40217_0_54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sz="822" b="0" i="0" u="none" strike="noStrike" cap="non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6765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ormal con fuente ">
  <p:cSld name="2_Normal con fuente 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8a1e40217_0_62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3" name="Google Shape;73;g138a1e40217_0_6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74" name="Google Shape;74;g138a1e40217_0_6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138a1e40217_0_62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800"/>
              <a:buChar char=" "/>
              <a:defRPr/>
            </a:lvl2pPr>
            <a:lvl3pPr marL="1371600" lvl="2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500"/>
              <a:buChar char=" "/>
              <a:defRPr/>
            </a:lvl3pPr>
            <a:lvl4pPr marL="1828800" lvl="3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4pPr>
            <a:lvl5pPr marL="2286000" lvl="4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5pPr>
            <a:lvl6pPr marL="2743200" lvl="5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6pPr>
            <a:lvl7pPr marL="3200400" lvl="6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7pPr>
            <a:lvl8pPr marL="3657600" lvl="7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8pPr>
            <a:lvl9pPr marL="4114800" lvl="8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76" name="Google Shape;76;g138a1e40217_0_6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g138a1e40217_0_62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78" name="Google Shape;78;g138a1e40217_0_6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79" name="Google Shape;79;g138a1e40217_0_6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g138a1e40217_0_6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965366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Normal con fuente ">
  <p:cSld name="2_Normal con fuente 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8a1e40217_0_72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3" name="Google Shape;83;g138a1e40217_0_7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84" name="Google Shape;84;g138a1e40217_0_7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138a1e40217_0_72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800"/>
              <a:buChar char=" "/>
              <a:defRPr/>
            </a:lvl2pPr>
            <a:lvl3pPr marL="1371600" lvl="2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500"/>
              <a:buChar char=" "/>
              <a:defRPr/>
            </a:lvl3pPr>
            <a:lvl4pPr marL="1828800" lvl="3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4pPr>
            <a:lvl5pPr marL="2286000" lvl="4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5pPr>
            <a:lvl6pPr marL="2743200" lvl="5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6pPr>
            <a:lvl7pPr marL="3200400" lvl="6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7pPr>
            <a:lvl8pPr marL="3657600" lvl="7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8pPr>
            <a:lvl9pPr marL="4114800" lvl="8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86" name="Google Shape;86;g138a1e40217_0_7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138a1e40217_0_72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88" name="Google Shape;88;g138a1e40217_0_7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89" name="Google Shape;89;g138a1e40217_0_7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g138a1e40217_0_7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5761286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a1e40217_0_82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3" name="Google Shape;93;g138a1e40217_0_82"/>
          <p:cNvSpPr txBox="1">
            <a:spLocks noGrp="1"/>
          </p:cNvSpPr>
          <p:nvPr>
            <p:ph type="body" idx="1"/>
          </p:nvPr>
        </p:nvSpPr>
        <p:spPr>
          <a:xfrm>
            <a:off x="676656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6pPr>
            <a:lvl7pPr marL="3200400" lvl="6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7pPr>
            <a:lvl8pPr marL="3657600" lvl="7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8pPr>
            <a:lvl9pPr marL="4114800" lvl="8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4" name="Google Shape;94;g138a1e40217_0_82"/>
          <p:cNvSpPr txBox="1">
            <a:spLocks noGrp="1"/>
          </p:cNvSpPr>
          <p:nvPr>
            <p:ph type="body" idx="2"/>
          </p:nvPr>
        </p:nvSpPr>
        <p:spPr>
          <a:xfrm>
            <a:off x="6011331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6pPr>
            <a:lvl7pPr marL="3200400" lvl="6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7pPr>
            <a:lvl8pPr marL="3657600" lvl="7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8pPr>
            <a:lvl9pPr marL="4114800" lvl="8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5" name="Google Shape;95;g138a1e40217_0_8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96" name="Google Shape;96;g138a1e40217_0_8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138a1e40217_0_82"/>
          <p:cNvSpPr txBox="1">
            <a:spLocks noGrp="1"/>
          </p:cNvSpPr>
          <p:nvPr>
            <p:ph type="body" idx="3"/>
          </p:nvPr>
        </p:nvSpPr>
        <p:spPr>
          <a:xfrm>
            <a:off x="5951986" y="650954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2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2pPr>
            <a:lvl3pPr marL="1371600" lvl="2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3pPr>
            <a:lvl4pPr marL="1828800" lvl="3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4pPr>
            <a:lvl5pPr marL="2286000" lvl="4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5pPr>
            <a:lvl6pPr marL="2743200" lvl="5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8" name="Google Shape;98;g138a1e40217_0_82"/>
          <p:cNvSpPr txBox="1">
            <a:spLocks noGrp="1"/>
          </p:cNvSpPr>
          <p:nvPr>
            <p:ph type="dt" idx="10"/>
          </p:nvPr>
        </p:nvSpPr>
        <p:spPr>
          <a:xfrm>
            <a:off x="2898949" y="6511630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99" name="Google Shape;99;g138a1e40217_0_8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</p:spTree>
    <p:extLst>
      <p:ext uri="{BB962C8B-B14F-4D97-AF65-F5344CB8AC3E}">
        <p14:creationId xmlns:p14="http://schemas.microsoft.com/office/powerpoint/2010/main" val="14735542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a1e40217_0_91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2" name="Google Shape;102;g138a1e40217_0_91"/>
          <p:cNvSpPr txBox="1">
            <a:spLocks noGrp="1"/>
          </p:cNvSpPr>
          <p:nvPr>
            <p:ph type="body" idx="1"/>
          </p:nvPr>
        </p:nvSpPr>
        <p:spPr>
          <a:xfrm>
            <a:off x="527382" y="260648"/>
            <a:ext cx="10858500" cy="59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800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marL="1371600" lvl="2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marL="1828800" lvl="3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marL="2286000" lvl="4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marL="2743200" lvl="5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3" name="Google Shape;103;g138a1e40217_0_91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  <a:defRPr sz="1394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2pPr>
            <a:lvl3pPr marL="1371600" lvl="2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3pPr>
            <a:lvl4pPr marL="1828800" lvl="3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4pPr>
            <a:lvl5pPr marL="2286000" lvl="4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5pPr>
            <a:lvl6pPr marL="2743200" lvl="5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4" name="Google Shape;104;g138a1e40217_0_91"/>
          <p:cNvSpPr txBox="1">
            <a:spLocks noGrp="1"/>
          </p:cNvSpPr>
          <p:nvPr>
            <p:ph type="ftr" idx="11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05" name="Google Shape;105;g138a1e40217_0_91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78999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seño personalizado">
  <p:cSld name="4_Diseño personalizado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a1e40217_0_97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8" name="Google Shape;108;g138a1e40217_0_97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109" name="Google Shape;109;g138a1e40217_0_97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10" name="Google Shape;110;g138a1e40217_0_97"/>
          <p:cNvSpPr txBox="1">
            <a:spLocks noGrp="1"/>
          </p:cNvSpPr>
          <p:nvPr>
            <p:ph type="ftr" idx="11"/>
          </p:nvPr>
        </p:nvSpPr>
        <p:spPr>
          <a:xfrm>
            <a:off x="168981" y="6554699"/>
            <a:ext cx="33348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</p:spTree>
    <p:extLst>
      <p:ext uri="{BB962C8B-B14F-4D97-AF65-F5344CB8AC3E}">
        <p14:creationId xmlns:p14="http://schemas.microsoft.com/office/powerpoint/2010/main" val="995899414"/>
      </p:ext>
    </p:extLst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1_Dos objetos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38a1e40217_0_102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3" name="Google Shape;113;g138a1e40217_0_102"/>
          <p:cNvSpPr txBox="1">
            <a:spLocks noGrp="1"/>
          </p:cNvSpPr>
          <p:nvPr>
            <p:ph type="body" idx="1"/>
          </p:nvPr>
        </p:nvSpPr>
        <p:spPr>
          <a:xfrm>
            <a:off x="1097278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4" name="Google Shape;114;g138a1e40217_0_102"/>
          <p:cNvSpPr txBox="1">
            <a:spLocks noGrp="1"/>
          </p:cNvSpPr>
          <p:nvPr>
            <p:ph type="body" idx="2"/>
          </p:nvPr>
        </p:nvSpPr>
        <p:spPr>
          <a:xfrm>
            <a:off x="6217921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5" name="Google Shape;115;g138a1e40217_0_102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16" name="Google Shape;116;g138a1e40217_0_102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17" name="Google Shape;117;g138a1e40217_0_10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43486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a1e40217_0_109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0" name="Google Shape;120;g138a1e40217_0_10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  <a:defRPr sz="1992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000"/>
              <a:buNone/>
              <a:defRPr sz="1992" b="1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None/>
              <a:defRPr sz="1793" b="1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600"/>
              <a:buNone/>
              <a:defRPr sz="159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1" name="Google Shape;121;g138a1e40217_0_10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2" name="Google Shape;122;g138a1e40217_0_109"/>
          <p:cNvSpPr txBox="1">
            <a:spLocks noGrp="1"/>
          </p:cNvSpPr>
          <p:nvPr>
            <p:ph type="body" idx="3"/>
          </p:nvPr>
        </p:nvSpPr>
        <p:spPr>
          <a:xfrm>
            <a:off x="6217921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  <a:defRPr sz="1992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000"/>
              <a:buNone/>
              <a:defRPr sz="1992" b="1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None/>
              <a:defRPr sz="1793" b="1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600"/>
              <a:buNone/>
              <a:defRPr sz="159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3" name="Google Shape;123;g138a1e40217_0_109"/>
          <p:cNvSpPr txBox="1">
            <a:spLocks noGrp="1"/>
          </p:cNvSpPr>
          <p:nvPr>
            <p:ph type="body" idx="4"/>
          </p:nvPr>
        </p:nvSpPr>
        <p:spPr>
          <a:xfrm>
            <a:off x="6217921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4" name="Google Shape;124;g138a1e40217_0_109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25" name="Google Shape;125;g138a1e40217_0_109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26" name="Google Shape;126;g138a1e40217_0_109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026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En blanco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38a1e40217_0_118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138a1e40217_0_118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138a1e40217_0_118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31" name="Google Shape;131;g138a1e40217_0_118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32" name="Google Shape;132;g138a1e40217_0_118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740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Contenido con títul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8a1e40217_0_124"/>
          <p:cNvSpPr/>
          <p:nvPr/>
        </p:nvSpPr>
        <p:spPr>
          <a:xfrm>
            <a:off x="17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138a1e40217_0_124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138a1e40217_0_124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586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7" name="Google Shape;137;g138a1e40217_0_124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8" name="Google Shape;138;g138a1e40217_0_124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500"/>
              <a:buNone/>
              <a:defRPr sz="1494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200"/>
              <a:buNone/>
              <a:defRPr sz="1195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00"/>
              <a:buNone/>
              <a:defRPr sz="99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900"/>
              <a:buNone/>
              <a:defRPr sz="8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9" name="Google Shape;139;g138a1e40217_0_124"/>
          <p:cNvSpPr txBox="1">
            <a:spLocks noGrp="1"/>
          </p:cNvSpPr>
          <p:nvPr>
            <p:ph type="dt" idx="10"/>
          </p:nvPr>
        </p:nvSpPr>
        <p:spPr>
          <a:xfrm>
            <a:off x="465512" y="6459787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40" name="Google Shape;140;g138a1e40217_0_124"/>
          <p:cNvSpPr txBox="1">
            <a:spLocks noGrp="1"/>
          </p:cNvSpPr>
          <p:nvPr>
            <p:ph type="ftr" idx="11"/>
          </p:nvPr>
        </p:nvSpPr>
        <p:spPr>
          <a:xfrm>
            <a:off x="4800600" y="6459787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41" name="Google Shape;141;g138a1e40217_0_124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24938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Imagen con título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38a1e40217_0_133"/>
          <p:cNvSpPr/>
          <p:nvPr/>
        </p:nvSpPr>
        <p:spPr>
          <a:xfrm>
            <a:off x="1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138a1e40217_0_133"/>
          <p:cNvSpPr/>
          <p:nvPr/>
        </p:nvSpPr>
        <p:spPr>
          <a:xfrm>
            <a:off x="16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138a1e40217_0_133"/>
          <p:cNvSpPr txBox="1">
            <a:spLocks noGrp="1"/>
          </p:cNvSpPr>
          <p:nvPr>
            <p:ph type="title"/>
          </p:nvPr>
        </p:nvSpPr>
        <p:spPr>
          <a:xfrm>
            <a:off x="1097281" y="5074920"/>
            <a:ext cx="10113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586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46" name="Google Shape;146;g138a1e40217_0_133"/>
          <p:cNvSpPr>
            <a:spLocks noGrp="1"/>
          </p:cNvSpPr>
          <p:nvPr>
            <p:ph type="pic" idx="2"/>
          </p:nvPr>
        </p:nvSpPr>
        <p:spPr>
          <a:xfrm>
            <a:off x="16" y="0"/>
            <a:ext cx="12192000" cy="4915200"/>
          </a:xfrm>
          <a:prstGeom prst="rect">
            <a:avLst/>
          </a:prstGeom>
          <a:solidFill>
            <a:srgbClr val="C6D1DD"/>
          </a:solidFill>
          <a:ln>
            <a:noFill/>
          </a:ln>
        </p:spPr>
      </p:sp>
      <p:sp>
        <p:nvSpPr>
          <p:cNvPr id="147" name="Google Shape;147;g138a1e40217_0_133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94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98"/>
              </a:spcBef>
              <a:spcAft>
                <a:spcPts val="0"/>
              </a:spcAft>
              <a:buSzPts val="1200"/>
              <a:buNone/>
              <a:defRPr sz="1195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00"/>
              <a:buNone/>
              <a:defRPr sz="99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900"/>
              <a:buNone/>
              <a:defRPr sz="8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8" name="Google Shape;148;g138a1e40217_0_133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49" name="Google Shape;149;g138a1e40217_0_133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50" name="Google Shape;150;g138a1e40217_0_133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6142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8a1e40217_0_142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3" name="Google Shape;153;g138a1e40217_0_142"/>
          <p:cNvSpPr txBox="1">
            <a:spLocks noGrp="1"/>
          </p:cNvSpPr>
          <p:nvPr>
            <p:ph type="body" idx="1"/>
          </p:nvPr>
        </p:nvSpPr>
        <p:spPr>
          <a:xfrm rot="5400000">
            <a:off x="4114829" y="-1171815"/>
            <a:ext cx="402330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4" name="Google Shape;154;g138a1e40217_0_142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55" name="Google Shape;155;g138a1e40217_0_142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56" name="Google Shape;156;g138a1e40217_0_14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17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Título vertical y texto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38a1e40217_0_148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138a1e40217_0_148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138a1e40217_0_148"/>
          <p:cNvSpPr txBox="1">
            <a:spLocks noGrp="1"/>
          </p:cNvSpPr>
          <p:nvPr>
            <p:ph type="title"/>
          </p:nvPr>
        </p:nvSpPr>
        <p:spPr>
          <a:xfrm rot="5400000">
            <a:off x="7159350" y="1977852"/>
            <a:ext cx="57600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1" name="Google Shape;161;g138a1e40217_0_148"/>
          <p:cNvSpPr txBox="1">
            <a:spLocks noGrp="1"/>
          </p:cNvSpPr>
          <p:nvPr>
            <p:ph type="body" idx="1"/>
          </p:nvPr>
        </p:nvSpPr>
        <p:spPr>
          <a:xfrm rot="5400000">
            <a:off x="1825351" y="-574847"/>
            <a:ext cx="57600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2" name="Google Shape;162;g138a1e40217_0_148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63" name="Google Shape;163;g138a1e40217_0_148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64" name="Google Shape;164;g138a1e40217_0_148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66853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on ">
  <p:cSld name="Encabezado de Seccion 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38a1e40217_0_156"/>
          <p:cNvSpPr txBox="1">
            <a:spLocks noGrp="1"/>
          </p:cNvSpPr>
          <p:nvPr>
            <p:ph type="title"/>
          </p:nvPr>
        </p:nvSpPr>
        <p:spPr>
          <a:xfrm>
            <a:off x="551384" y="2051019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  <a:defRPr sz="5378" b="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7" name="Google Shape;167;g138a1e40217_0_156"/>
          <p:cNvSpPr txBox="1">
            <a:spLocks noGrp="1"/>
          </p:cNvSpPr>
          <p:nvPr>
            <p:ph type="body" idx="1"/>
          </p:nvPr>
        </p:nvSpPr>
        <p:spPr>
          <a:xfrm>
            <a:off x="551384" y="4359587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C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900"/>
              <a:buNone/>
              <a:defRPr sz="89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750"/>
              <a:buNone/>
              <a:defRPr sz="747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675"/>
              <a:buNone/>
              <a:defRPr sz="67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8" name="Google Shape;168;g138a1e40217_0_156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69" name="Google Shape;169;g138a1e40217_0_156"/>
          <p:cNvSpPr txBox="1">
            <a:spLocks noGrp="1"/>
          </p:cNvSpPr>
          <p:nvPr>
            <p:ph type="ftr" idx="11"/>
          </p:nvPr>
        </p:nvSpPr>
        <p:spPr>
          <a:xfrm>
            <a:off x="685800" y="6481102"/>
            <a:ext cx="28179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70" name="Google Shape;170;g138a1e40217_0_156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57355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>
  <p:cSld name="1_Dos objeto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38a1e40217_0_162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3" name="Google Shape;173;g138a1e40217_0_162"/>
          <p:cNvSpPr txBox="1">
            <a:spLocks noGrp="1"/>
          </p:cNvSpPr>
          <p:nvPr>
            <p:ph type="body" idx="1"/>
          </p:nvPr>
        </p:nvSpPr>
        <p:spPr>
          <a:xfrm>
            <a:off x="676656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6pPr>
            <a:lvl7pPr marL="3200400" lvl="6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7pPr>
            <a:lvl8pPr marL="3657600" lvl="7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8pPr>
            <a:lvl9pPr marL="4114800" lvl="8" indent="-30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200"/>
              <a:buChar char="◦"/>
              <a:defRPr sz="119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4" name="Google Shape;174;g138a1e40217_0_162"/>
          <p:cNvSpPr txBox="1">
            <a:spLocks noGrp="1"/>
          </p:cNvSpPr>
          <p:nvPr>
            <p:ph type="body" idx="2"/>
          </p:nvPr>
        </p:nvSpPr>
        <p:spPr>
          <a:xfrm>
            <a:off x="6011331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6pPr>
            <a:lvl7pPr marL="3200400" lvl="6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7pPr>
            <a:lvl8pPr marL="3657600" lvl="7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8pPr>
            <a:lvl9pPr marL="4114800" lvl="8" indent="-30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200"/>
              <a:buChar char="◦"/>
              <a:defRPr sz="119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5" name="Google Shape;175;g138a1e40217_0_16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176" name="Google Shape;176;g138a1e40217_0_162"/>
          <p:cNvSpPr txBox="1">
            <a:spLocks noGrp="1"/>
          </p:cNvSpPr>
          <p:nvPr>
            <p:ph type="body" idx="3"/>
          </p:nvPr>
        </p:nvSpPr>
        <p:spPr>
          <a:xfrm>
            <a:off x="5951986" y="650954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2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050"/>
              <a:buNone/>
              <a:defRPr sz="104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7" name="Google Shape;177;g138a1e40217_0_162"/>
          <p:cNvSpPr txBox="1">
            <a:spLocks noGrp="1"/>
          </p:cNvSpPr>
          <p:nvPr>
            <p:ph type="dt" idx="10"/>
          </p:nvPr>
        </p:nvSpPr>
        <p:spPr>
          <a:xfrm>
            <a:off x="2898949" y="6511630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78" name="Google Shape;178;g138a1e40217_0_16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</p:spTree>
    <p:extLst>
      <p:ext uri="{BB962C8B-B14F-4D97-AF65-F5344CB8AC3E}">
        <p14:creationId xmlns:p14="http://schemas.microsoft.com/office/powerpoint/2010/main" val="8010171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Normal con fuente ">
  <p:cSld name="3_Normal con fuente ">
    <p:bg>
      <p:bgPr>
        <a:solidFill>
          <a:schemeClr val="lt1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8a1e40217_0_17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1" name="Google Shape;181;g138a1e40217_0_17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g138a1e40217_0_17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138a1e40217_0_17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84" name="Google Shape;184;g138a1e40217_0_17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g138a1e40217_0_17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g138a1e40217_0_17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  <a:endParaRPr/>
          </a:p>
        </p:txBody>
      </p:sp>
      <p:sp>
        <p:nvSpPr>
          <p:cNvPr id="187" name="Google Shape;187;g138a1e40217_0_17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g138a1e40217_0_17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0117182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Normal con fuente ">
  <p:cSld name="3_Normal con fuente "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8a1e40217_0_18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1" name="Google Shape;191;g138a1e40217_0_18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192" name="Google Shape;192;g138a1e40217_0_18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138a1e40217_0_18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4" name="Google Shape;194;g138a1e40217_0_18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g138a1e40217_0_18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96" name="Google Shape;196;g138a1e40217_0_18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97" name="Google Shape;197;g138a1e40217_0_18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g138a1e40217_0_18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171645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Normal con fuente ">
  <p:cSld name="4_Normal con fuente ">
    <p:bg>
      <p:bgPr>
        <a:solidFill>
          <a:schemeClr val="lt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8a1e40217_0_19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1" name="Google Shape;201;g138a1e40217_0_19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02" name="Google Shape;202;g138a1e40217_0_19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138a1e40217_0_19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04" name="Google Shape;204;g138a1e40217_0_19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" name="Google Shape;205;g138a1e40217_0_19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06" name="Google Shape;206;g138a1e40217_0_19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207" name="Google Shape;207;g138a1e40217_0_19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g138a1e40217_0_19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600462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Normal con fuente ">
  <p:cSld name="5_Normal con fuente "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38a1e40217_0_20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11" name="Google Shape;211;g138a1e40217_0_20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12" name="Google Shape;212;g138a1e40217_0_20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138a1e40217_0_20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14" name="Google Shape;214;g138a1e40217_0_20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g138a1e40217_0_20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16" name="Google Shape;216;g138a1e40217_0_20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217" name="Google Shape;217;g138a1e40217_0_20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g138a1e40217_0_20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0208751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Normal con fuente ">
  <p:cSld name="6_Normal con fuente ">
    <p:bg>
      <p:bgPr>
        <a:solidFill>
          <a:schemeClr val="lt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38a1e40217_0_21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21" name="Google Shape;221;g138a1e40217_0_21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22" name="Google Shape;222;g138a1e40217_0_21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138a1e40217_0_21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24" name="Google Shape;224;g138a1e40217_0_21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5" name="Google Shape;225;g138a1e40217_0_21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26" name="Google Shape;226;g138a1e40217_0_21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227" name="Google Shape;227;g138a1e40217_0_21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g138a1e40217_0_21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37136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Normal con fuente ">
  <p:cSld name="7_Normal con fuente "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38a1e40217_0_22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31" name="Google Shape;231;g138a1e40217_0_22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32" name="Google Shape;232;g138a1e40217_0_22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138a1e40217_0_22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34" name="Google Shape;234;g138a1e40217_0_22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5" name="Google Shape;235;g138a1e40217_0_22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36" name="Google Shape;236;g138a1e40217_0_22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237" name="Google Shape;237;g138a1e40217_0_22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g138a1e40217_0_22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904165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Normal con fuente ">
  <p:cSld name="9_Normal con fuente "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38a1e40217_0_23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1" name="Google Shape;241;g138a1e40217_0_23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42" name="Google Shape;242;g138a1e40217_0_23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138a1e40217_0_23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44" name="Google Shape;244;g138a1e40217_0_23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g138a1e40217_0_23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46" name="Google Shape;246;g138a1e40217_0_23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247" name="Google Shape;247;g138a1e40217_0_23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g138a1e40217_0_23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844379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Normal con fuente ">
  <p:cSld name="10_Normal con fuente ">
    <p:bg>
      <p:bgPr>
        <a:solidFill>
          <a:schemeClr val="lt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38a1e40217_0_24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51" name="Google Shape;251;g138a1e40217_0_24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52" name="Google Shape;252;g138a1e40217_0_24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138a1e40217_0_24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54" name="Google Shape;254;g138a1e40217_0_24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g138a1e40217_0_24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56" name="Google Shape;256;g138a1e40217_0_24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257" name="Google Shape;257;g138a1e40217_0_24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g138a1e40217_0_24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873420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Normal con fuente ">
  <p:cSld name="11_Normal con fuente ">
    <p:bg>
      <p:bgPr>
        <a:solidFill>
          <a:schemeClr val="lt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8a1e40217_0_25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61" name="Google Shape;261;g138a1e40217_0_25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62" name="Google Shape;262;g138a1e40217_0_25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138a1e40217_0_25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64" name="Google Shape;264;g138a1e40217_0_25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5" name="Google Shape;265;g138a1e40217_0_25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66" name="Google Shape;266;g138a1e40217_0_25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267" name="Google Shape;267;g138a1e40217_0_25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g138a1e40217_0_25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708945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Normal con fuente ">
  <p:cSld name="15_Normal con fuente ">
    <p:bg>
      <p:bgPr>
        <a:solidFill>
          <a:schemeClr val="lt1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38a1e40217_0_26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71" name="Google Shape;271;g138a1e40217_0_26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72" name="Google Shape;272;g138a1e40217_0_26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138a1e40217_0_26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74" name="Google Shape;274;g138a1e40217_0_26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g138a1e40217_0_26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76" name="Google Shape;276;g138a1e40217_0_26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277" name="Google Shape;277;g138a1e40217_0_26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g138a1e40217_0_26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860234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 1">
  <p:cSld name="Imagen con título 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38a1e40217_0_270"/>
          <p:cNvSpPr txBox="1">
            <a:spLocks noGrp="1"/>
          </p:cNvSpPr>
          <p:nvPr>
            <p:ph type="title"/>
          </p:nvPr>
        </p:nvSpPr>
        <p:spPr>
          <a:xfrm>
            <a:off x="653976" y="4737546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sz="3300" b="0">
                <a:solidFill>
                  <a:srgbClr val="C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81" name="Google Shape;281;g138a1e40217_0_270"/>
          <p:cNvSpPr txBox="1">
            <a:spLocks noGrp="1"/>
          </p:cNvSpPr>
          <p:nvPr>
            <p:ph type="body" idx="1"/>
          </p:nvPr>
        </p:nvSpPr>
        <p:spPr>
          <a:xfrm>
            <a:off x="653976" y="5487888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C00000"/>
                </a:solidFill>
              </a:defRPr>
            </a:lvl1pPr>
            <a:lvl2pPr marL="914400" lvl="1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2pPr>
            <a:lvl3pPr marL="1371600" lvl="2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750"/>
              <a:buNone/>
              <a:defRPr sz="750"/>
            </a:lvl3pPr>
            <a:lvl4pPr marL="1828800" lvl="3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4pPr>
            <a:lvl5pPr marL="2286000" lvl="4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5pPr>
            <a:lvl6pPr marL="2743200" lvl="5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6pPr>
            <a:lvl7pPr marL="3200400" lvl="6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7pPr>
            <a:lvl8pPr marL="3657600" lvl="7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8pPr>
            <a:lvl9pPr marL="4114800" lvl="8" indent="-228600" algn="l" rtl="0">
              <a:lnSpc>
                <a:spcPct val="85000"/>
              </a:lnSpc>
              <a:spcBef>
                <a:spcPts val="450"/>
              </a:spcBef>
              <a:spcAft>
                <a:spcPts val="400"/>
              </a:spcAft>
              <a:buClr>
                <a:srgbClr val="262626"/>
              </a:buClr>
              <a:buSzPts val="675"/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2" name="Google Shape;282;g138a1e40217_0_270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83" name="Google Shape;283;g138a1e40217_0_270"/>
          <p:cNvSpPr txBox="1">
            <a:spLocks noGrp="1"/>
          </p:cNvSpPr>
          <p:nvPr>
            <p:ph type="ftr" idx="11"/>
          </p:nvPr>
        </p:nvSpPr>
        <p:spPr>
          <a:xfrm>
            <a:off x="685800" y="6481100"/>
            <a:ext cx="22419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284" name="Google Shape;284;g138a1e40217_0_270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pic>
        <p:nvPicPr>
          <p:cNvPr id="285" name="Google Shape;285;g138a1e40217_0_2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13" y="-5815"/>
            <a:ext cx="12192000" cy="451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138a1e40217_0_2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13" y="-5815"/>
            <a:ext cx="12192000" cy="4514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582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47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sz="18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 "/>
              <a:defRPr sz="1500" b="0" i="1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sz="135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sz="135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sz="135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sz="135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sz="135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sz="135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dt" idx="10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/>
              <a:t>Ingeniería de Software I</a:t>
            </a:r>
            <a:endParaRPr/>
          </a:p>
        </p:txBody>
      </p:sp>
      <p:cxnSp>
        <p:nvCxnSpPr>
          <p:cNvPr id="101" name="Google Shape;101;p22"/>
          <p:cNvCxnSpPr/>
          <p:nvPr/>
        </p:nvCxnSpPr>
        <p:spPr>
          <a:xfrm>
            <a:off x="623395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2" name="Google Shape;102;p22" descr="logoweb.jp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552385" y="5949280"/>
            <a:ext cx="2384643" cy="72629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ransition spd="med">
    <p:fade/>
  </p:transition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38a1e40217_0_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g138a1e40217_0_0"/>
          <p:cNvSpPr/>
          <p:nvPr/>
        </p:nvSpPr>
        <p:spPr>
          <a:xfrm>
            <a:off x="16" y="6334316"/>
            <a:ext cx="12192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g138a1e40217_0_0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138a1e40217_0_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g138a1e40217_0_0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9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s-AR"/>
          </a:p>
        </p:txBody>
      </p:sp>
      <p:sp>
        <p:nvSpPr>
          <p:cNvPr id="15" name="Google Shape;15;g138a1e40217_0_0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9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AR"/>
              <a:t>Ingeniería de Software I</a:t>
            </a:r>
          </a:p>
        </p:txBody>
      </p:sp>
      <p:sp>
        <p:nvSpPr>
          <p:cNvPr id="16" name="Google Shape;16;g138a1e40217_0_0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cxnSp>
        <p:nvCxnSpPr>
          <p:cNvPr id="17" name="Google Shape;17;g138a1e40217_0_0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61400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  <p:sldLayoutId id="2147483744" r:id="rId30"/>
    <p:sldLayoutId id="2147483745" r:id="rId31"/>
    <p:sldLayoutId id="2147483746" r:id="rId3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</a:pPr>
            <a:r>
              <a:rPr lang="es-ES"/>
              <a:t>Ingeniería de Software I  - Tablas de decisión</a:t>
            </a:r>
            <a:endParaRPr/>
          </a:p>
        </p:txBody>
      </p:sp>
      <p:sp>
        <p:nvSpPr>
          <p:cNvPr id="528" name="Google Shape;528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2021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2" descr="Papel reciclado"/>
          <p:cNvPicPr preferRelativeResize="0"/>
          <p:nvPr/>
        </p:nvPicPr>
        <p:blipFill rotWithShape="1">
          <a:blip r:embed="rId3">
            <a:alphaModFix/>
          </a:blip>
          <a:srcRect l="6010" t="5570" r="5572" b="6703"/>
          <a:stretch/>
        </p:blipFill>
        <p:spPr>
          <a:xfrm>
            <a:off x="2495600" y="1556793"/>
            <a:ext cx="7416824" cy="4536504"/>
          </a:xfrm>
          <a:prstGeom prst="rect">
            <a:avLst/>
          </a:prstGeom>
          <a:solidFill>
            <a:srgbClr val="FF3F40"/>
          </a:solidFill>
          <a:ln>
            <a:noFill/>
          </a:ln>
        </p:spPr>
      </p:pic>
      <p:sp>
        <p:nvSpPr>
          <p:cNvPr id="537" name="Google Shape;537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/>
              <a:t>Ingeniería de Requerimientos</a:t>
            </a:r>
            <a:endParaRPr/>
          </a:p>
        </p:txBody>
      </p:sp>
      <p:sp>
        <p:nvSpPr>
          <p:cNvPr id="538" name="Google Shape;538;p2"/>
          <p:cNvSpPr txBox="1">
            <a:spLocks noGrp="1"/>
          </p:cNvSpPr>
          <p:nvPr>
            <p:ph type="body" idx="1"/>
          </p:nvPr>
        </p:nvSpPr>
        <p:spPr>
          <a:xfrm>
            <a:off x="407368" y="6542584"/>
            <a:ext cx="2520280" cy="3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" lvl="0" indent="-88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»"/>
            </a:pPr>
            <a:r>
              <a:rPr lang="es-ES" sz="1400"/>
              <a:t>Sommerville, Capítulo 7</a:t>
            </a:r>
            <a:endParaRPr sz="1400"/>
          </a:p>
        </p:txBody>
      </p:sp>
      <p:sp>
        <p:nvSpPr>
          <p:cNvPr id="539" name="Google Shape;539;p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540" name="Google Shape;540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  <p:sp>
        <p:nvSpPr>
          <p:cNvPr id="541" name="Google Shape;541;p2"/>
          <p:cNvSpPr/>
          <p:nvPr/>
        </p:nvSpPr>
        <p:spPr>
          <a:xfrm>
            <a:off x="5879976" y="1844824"/>
            <a:ext cx="2304256" cy="1440160"/>
          </a:xfrm>
          <a:prstGeom prst="ellipse">
            <a:avLst/>
          </a:prstGeom>
          <a:noFill/>
          <a:ln w="635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/>
              <a:t>Técnicas de Especificación de Requerimientos Dinámicas</a:t>
            </a:r>
            <a:endParaRPr/>
          </a:p>
        </p:txBody>
      </p:sp>
      <p:sp>
        <p:nvSpPr>
          <p:cNvPr id="565" name="Google Shape;565;p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566" name="Google Shape;566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  <p:sp>
        <p:nvSpPr>
          <p:cNvPr id="567" name="Google Shape;567;p5"/>
          <p:cNvSpPr txBox="1">
            <a:spLocks noGrp="1"/>
          </p:cNvSpPr>
          <p:nvPr>
            <p:ph type="body" idx="4294967295"/>
          </p:nvPr>
        </p:nvSpPr>
        <p:spPr>
          <a:xfrm>
            <a:off x="1153959" y="2087233"/>
            <a:ext cx="100584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1778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Char char="»"/>
            </a:pPr>
            <a:r>
              <a:rPr lang="es-ES" sz="2800" dirty="0"/>
              <a:t>Tablas de Decisión </a:t>
            </a:r>
            <a:endParaRPr dirty="0"/>
          </a:p>
          <a:p>
            <a:pPr marL="260604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600"/>
              <a:buChar char=" "/>
            </a:pPr>
            <a:r>
              <a:rPr lang="es-ES" sz="2600" dirty="0"/>
              <a:t>Es una herramienta que permite presentar de forma concisa las reglas lógicas que hay que utilizar para decidir acciones a ejecutar en función de las condiciones y la lógica de decisión de un problema específico.</a:t>
            </a:r>
            <a:endParaRPr dirty="0"/>
          </a:p>
          <a:p>
            <a:pPr marL="68580" lvl="0" indent="-1778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</a:pPr>
            <a:r>
              <a:rPr lang="es-ES" sz="2800" dirty="0"/>
              <a:t>Describe el sistema como un conjunto de:</a:t>
            </a:r>
            <a:endParaRPr dirty="0"/>
          </a:p>
          <a:p>
            <a:pPr marL="260604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600"/>
              <a:buChar char=" "/>
            </a:pPr>
            <a:r>
              <a:rPr lang="es-ES" sz="2600" dirty="0"/>
              <a:t>Posibles CONDICIONES satisfechas por el sistema en un momento dado</a:t>
            </a:r>
            <a:endParaRPr dirty="0"/>
          </a:p>
          <a:p>
            <a:pPr marL="260604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600"/>
              <a:buChar char=" "/>
            </a:pPr>
            <a:r>
              <a:rPr lang="es-ES" sz="2600" dirty="0"/>
              <a:t>REGLAS para reaccionar ante los estímulos que ocurren cuando se reúnen determinados conjuntos de condiciones y </a:t>
            </a:r>
            <a:endParaRPr dirty="0"/>
          </a:p>
          <a:p>
            <a:pPr marL="260604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600"/>
              <a:buChar char=" "/>
            </a:pPr>
            <a:r>
              <a:rPr lang="es-ES" sz="2600" dirty="0"/>
              <a:t>ACCIONES a ser tomadas como un resultado.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 dirty="0"/>
              <a:t>Técnicas de Especificación de Requerimientos Dinámicas</a:t>
            </a:r>
            <a:endParaRPr dirty="0"/>
          </a:p>
        </p:txBody>
      </p:sp>
      <p:sp>
        <p:nvSpPr>
          <p:cNvPr id="574" name="Google Shape;574;p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575" name="Google Shape;575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  <p:sp>
        <p:nvSpPr>
          <p:cNvPr id="576" name="Google Shape;576;p6"/>
          <p:cNvSpPr txBox="1">
            <a:spLocks noGrp="1"/>
          </p:cNvSpPr>
          <p:nvPr>
            <p:ph type="body" idx="4294967295"/>
          </p:nvPr>
        </p:nvSpPr>
        <p:spPr>
          <a:xfrm>
            <a:off x="1153959" y="1974073"/>
            <a:ext cx="100584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Char char="»"/>
            </a:pPr>
            <a:r>
              <a:rPr lang="es-ES" sz="3600" dirty="0"/>
              <a:t>Tablas de Decisión </a:t>
            </a:r>
            <a:endParaRPr sz="36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600"/>
              <a:buChar char=" "/>
            </a:pPr>
            <a:r>
              <a:rPr lang="es-ES" sz="3600" dirty="0"/>
              <a:t>Construiremos las tablas con: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ES" sz="3200" dirty="0"/>
              <a:t>condiciones simples y acciones simples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ES" sz="3200" dirty="0"/>
              <a:t>Las condiciones toman sólo valores Verdadero o Falso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ES" sz="3200" dirty="0"/>
              <a:t>Hay 2</a:t>
            </a:r>
            <a:r>
              <a:rPr lang="es-ES" sz="3200" baseline="30000" dirty="0"/>
              <a:t>N</a:t>
            </a:r>
            <a:r>
              <a:rPr lang="es-ES" sz="3200" dirty="0"/>
              <a:t> Reglas donde N es la cantidad de condiciones</a:t>
            </a:r>
            <a:endParaRPr dirty="0"/>
          </a:p>
        </p:txBody>
      </p:sp>
      <p:graphicFrame>
        <p:nvGraphicFramePr>
          <p:cNvPr id="577" name="Google Shape;577;p6"/>
          <p:cNvGraphicFramePr/>
          <p:nvPr/>
        </p:nvGraphicFramePr>
        <p:xfrm>
          <a:off x="7229203" y="4344652"/>
          <a:ext cx="3325575" cy="1755919"/>
        </p:xfrm>
        <a:graphic>
          <a:graphicData uri="http://schemas.openxmlformats.org/drawingml/2006/table">
            <a:tbl>
              <a:tblPr firstRow="1" firstCol="1" bandRow="1">
                <a:noFill/>
                <a:tableStyleId>{5E0E08E2-D355-4D20-8D24-55204F0594CB}</a:tableStyleId>
              </a:tblPr>
              <a:tblGrid>
                <a:gridCol w="98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REGLA1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REGLA2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………….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COND1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COND2	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………..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ACCION1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ACCION2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………..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"/>
          <p:cNvSpPr txBox="1">
            <a:spLocks noGrp="1"/>
          </p:cNvSpPr>
          <p:nvPr>
            <p:ph type="title"/>
          </p:nvPr>
        </p:nvSpPr>
        <p:spPr>
          <a:xfrm>
            <a:off x="1097281" y="520701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s-ES" dirty="0"/>
              <a:t>Tablas de Decisión </a:t>
            </a:r>
            <a:br>
              <a:rPr lang="es-ES" sz="5400" dirty="0"/>
            </a:br>
            <a:endParaRPr sz="5400" dirty="0"/>
          </a:p>
        </p:txBody>
      </p:sp>
      <p:sp>
        <p:nvSpPr>
          <p:cNvPr id="583" name="Google Shape;583;p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584" name="Google Shape;584;p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  <p:sp>
        <p:nvSpPr>
          <p:cNvPr id="585" name="Google Shape;585;p7"/>
          <p:cNvSpPr txBox="1">
            <a:spLocks noGrp="1"/>
          </p:cNvSpPr>
          <p:nvPr>
            <p:ph type="body" idx="4294967295"/>
          </p:nvPr>
        </p:nvSpPr>
        <p:spPr>
          <a:xfrm>
            <a:off x="1319213" y="2138288"/>
            <a:ext cx="10483581" cy="41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" lvl="0" indent="-1778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Char char="»"/>
            </a:pPr>
            <a:r>
              <a:rPr lang="es-ES" sz="2400" dirty="0"/>
              <a:t>¿</a:t>
            </a:r>
            <a:r>
              <a:rPr lang="es-ES" sz="3200" dirty="0"/>
              <a:t>Cómo se llena la tabla?</a:t>
            </a:r>
            <a:endParaRPr sz="1800" dirty="0"/>
          </a:p>
          <a:p>
            <a:pPr marL="411480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600"/>
              <a:buNone/>
            </a:pPr>
            <a:r>
              <a:rPr lang="es-ES" sz="3200" dirty="0"/>
              <a:t>A partir de un enunciado se debe:</a:t>
            </a:r>
            <a:endParaRPr sz="1600" dirty="0"/>
          </a:p>
          <a:p>
            <a:pPr marL="868680" lvl="1" indent="-4572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alibri"/>
              <a:buAutoNum type="arabicPeriod"/>
            </a:pPr>
            <a:r>
              <a:rPr lang="es-ES" sz="3200" dirty="0"/>
              <a:t>Identificar las condiciones y las acciones.</a:t>
            </a:r>
            <a:endParaRPr sz="1600" dirty="0"/>
          </a:p>
          <a:p>
            <a:pPr marL="868680" lvl="1" indent="-4572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alibri"/>
              <a:buAutoNum type="arabicPeriod"/>
            </a:pPr>
            <a:r>
              <a:rPr lang="es-ES" sz="3200" dirty="0"/>
              <a:t>Completar la tabla teniendo en cuenta:</a:t>
            </a:r>
            <a:endParaRPr sz="1600" dirty="0"/>
          </a:p>
          <a:p>
            <a:pPr marL="1234440" lvl="2" indent="-4572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AutoNum type="alphaLcParenR"/>
            </a:pPr>
            <a:r>
              <a:rPr lang="es-ES" sz="2400" dirty="0"/>
              <a:t>Si hay condiciones que son opuestas, debe colocarse una de ellas porque por la negativa se “obtendrá” la otra. (Si son n condiciones excluyentes, colocar n-1 en la tabla).</a:t>
            </a:r>
            <a:endParaRPr sz="1200" dirty="0"/>
          </a:p>
          <a:p>
            <a:pPr marL="1234440" lvl="2" indent="-4572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AutoNum type="alphaLcParenR"/>
            </a:pPr>
            <a:r>
              <a:rPr lang="es-ES" sz="2400" dirty="0"/>
              <a:t>Las condiciones deben ser atómicas.</a:t>
            </a:r>
            <a:endParaRPr sz="1200" dirty="0"/>
          </a:p>
          <a:p>
            <a:pPr marL="868680" lvl="1" indent="-4572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alibri"/>
              <a:buAutoNum type="arabicPeriod"/>
            </a:pPr>
            <a:r>
              <a:rPr lang="es-ES" sz="3200" dirty="0"/>
              <a:t>Se construyen las reglas</a:t>
            </a:r>
            <a:endParaRPr sz="1600" dirty="0"/>
          </a:p>
          <a:p>
            <a:pPr marL="260604" lvl="1" indent="-1555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</a:pPr>
            <a:endParaRPr sz="1400" dirty="0"/>
          </a:p>
          <a:p>
            <a:pPr marL="68580" lvl="0" indent="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600"/>
              <a:buNone/>
            </a:pPr>
            <a:endParaRPr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592" name="Google Shape;592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  <p:sp>
        <p:nvSpPr>
          <p:cNvPr id="593" name="Google Shape;593;p8"/>
          <p:cNvSpPr txBox="1">
            <a:spLocks noGrp="1"/>
          </p:cNvSpPr>
          <p:nvPr>
            <p:ph type="body" idx="4294967295"/>
          </p:nvPr>
        </p:nvSpPr>
        <p:spPr>
          <a:xfrm>
            <a:off x="1097281" y="2106667"/>
            <a:ext cx="9648825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2032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200"/>
              <a:buChar char="»"/>
            </a:pPr>
            <a:r>
              <a:rPr lang="es-ES" sz="3200" dirty="0"/>
              <a:t>Tablas de Decisión </a:t>
            </a:r>
            <a:endParaRPr sz="32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ES" sz="3200" dirty="0"/>
              <a:t>Modelizar el problema de remisión de mercadería con las siguientes consideraciones:</a:t>
            </a:r>
            <a:endParaRPr dirty="0"/>
          </a:p>
          <a:p>
            <a:pPr marL="260604" lvl="1" indent="-539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200"/>
              <a:buNone/>
            </a:pPr>
            <a:endParaRPr sz="3200"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Si el comprador no es cliente se imprime un mensaje de aviso y no se remite.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Si no hay stock y el comprador es cliente no se remite.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Si hay stock y el comprador es cliente se remite</a:t>
            </a:r>
            <a:endParaRPr dirty="0"/>
          </a:p>
        </p:txBody>
      </p:sp>
      <p:sp>
        <p:nvSpPr>
          <p:cNvPr id="594" name="Google Shape;594;p8"/>
          <p:cNvSpPr txBox="1"/>
          <p:nvPr/>
        </p:nvSpPr>
        <p:spPr>
          <a:xfrm>
            <a:off x="1097281" y="680873"/>
            <a:ext cx="103240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lang="es-ES" sz="4800" dirty="0">
                <a:solidFill>
                  <a:srgbClr val="3F3F3F"/>
                </a:solidFill>
                <a:latin typeface="Calibri"/>
                <a:cs typeface="Calibri"/>
                <a:sym typeface="Calibri"/>
              </a:rPr>
              <a:t>Tablas de Decisión </a:t>
            </a:r>
            <a:br>
              <a:rPr lang="es-ES" sz="4800" dirty="0">
                <a:solidFill>
                  <a:srgbClr val="3F3F3F"/>
                </a:solidFill>
                <a:latin typeface="Calibri"/>
                <a:cs typeface="Calibri"/>
                <a:sym typeface="Calibri"/>
              </a:rPr>
            </a:br>
            <a:endParaRPr sz="4800" dirty="0">
              <a:solidFill>
                <a:srgbClr val="3F3F3F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596" name="Google Shape;596;p8"/>
          <p:cNvSpPr/>
          <p:nvPr/>
        </p:nvSpPr>
        <p:spPr>
          <a:xfrm>
            <a:off x="945931" y="3815255"/>
            <a:ext cx="9522372" cy="1891862"/>
          </a:xfrm>
          <a:prstGeom prst="rect">
            <a:avLst/>
          </a:prstGeom>
          <a:noFill/>
          <a:ln w="28575" cap="flat" cmpd="sng">
            <a:solidFill>
              <a:srgbClr val="8C0000">
                <a:alpha val="98823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reflection stA="52000" endA="300" endPos="35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lang="es-ES" sz="4800" dirty="0">
                <a:solidFill>
                  <a:srgbClr val="3F3F3F"/>
                </a:solidFill>
              </a:rPr>
              <a:t>Tablas de Decisión </a:t>
            </a:r>
            <a:br>
              <a:rPr lang="es-ES" sz="4000" b="0" i="0" u="none" strike="noStrike" cap="none" dirty="0">
                <a:solidFill>
                  <a:srgbClr val="9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00" b="0" i="0" u="none" strike="noStrike" cap="none" dirty="0">
              <a:solidFill>
                <a:srgbClr val="9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9"/>
          <p:cNvSpPr txBox="1">
            <a:spLocks noGrp="1"/>
          </p:cNvSpPr>
          <p:nvPr>
            <p:ph type="body" idx="4294967295"/>
          </p:nvPr>
        </p:nvSpPr>
        <p:spPr>
          <a:xfrm>
            <a:off x="1535113" y="1933575"/>
            <a:ext cx="1065688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2" indent="-4572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AutoNum type="arabicPeriod"/>
            </a:pPr>
            <a:r>
              <a:rPr lang="es-ES" sz="2800" b="1" i="0"/>
              <a:t>Identificar las condiciones y las acciones.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/>
          </a:p>
        </p:txBody>
      </p:sp>
      <p:graphicFrame>
        <p:nvGraphicFramePr>
          <p:cNvPr id="604" name="Google Shape;604;p9"/>
          <p:cNvGraphicFramePr/>
          <p:nvPr>
            <p:extLst>
              <p:ext uri="{D42A27DB-BD31-4B8C-83A1-F6EECF244321}">
                <p14:modId xmlns:p14="http://schemas.microsoft.com/office/powerpoint/2010/main" val="2995427043"/>
              </p:ext>
            </p:extLst>
          </p:nvPr>
        </p:nvGraphicFramePr>
        <p:xfrm>
          <a:off x="4066986" y="3462586"/>
          <a:ext cx="3240100" cy="91442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324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1" i="0" u="none" strike="noStrike" cap="non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cliente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1" i="0" u="none" strike="noStrike" cap="none" dirty="0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Hay stock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5" name="Google Shape;605;p9"/>
          <p:cNvSpPr/>
          <p:nvPr/>
        </p:nvSpPr>
        <p:spPr>
          <a:xfrm>
            <a:off x="3583930" y="3261435"/>
            <a:ext cx="638794" cy="1225549"/>
          </a:xfrm>
          <a:prstGeom prst="leftBrace">
            <a:avLst>
              <a:gd name="adj1" fmla="val 20864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135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6" name="Google Shape;606;p9"/>
          <p:cNvSpPr/>
          <p:nvPr/>
        </p:nvSpPr>
        <p:spPr>
          <a:xfrm>
            <a:off x="3583930" y="4769159"/>
            <a:ext cx="483056" cy="1297248"/>
          </a:xfrm>
          <a:prstGeom prst="leftBrace">
            <a:avLst>
              <a:gd name="adj1" fmla="val 29236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7" name="Google Shape;607;p9"/>
          <p:cNvSpPr txBox="1"/>
          <p:nvPr/>
        </p:nvSpPr>
        <p:spPr>
          <a:xfrm>
            <a:off x="1340069" y="3576203"/>
            <a:ext cx="25432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 dirty="0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Condiciones</a:t>
            </a:r>
            <a:endParaRPr dirty="0"/>
          </a:p>
        </p:txBody>
      </p:sp>
      <p:sp>
        <p:nvSpPr>
          <p:cNvPr id="608" name="Google Shape;608;p9"/>
          <p:cNvSpPr txBox="1"/>
          <p:nvPr/>
        </p:nvSpPr>
        <p:spPr>
          <a:xfrm>
            <a:off x="1340069" y="5070732"/>
            <a:ext cx="2407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 dirty="0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Acciones</a:t>
            </a:r>
            <a:endParaRPr dirty="0"/>
          </a:p>
        </p:txBody>
      </p:sp>
      <p:graphicFrame>
        <p:nvGraphicFramePr>
          <p:cNvPr id="610" name="Google Shape;610;p9"/>
          <p:cNvGraphicFramePr/>
          <p:nvPr>
            <p:extLst>
              <p:ext uri="{D42A27DB-BD31-4B8C-83A1-F6EECF244321}">
                <p14:modId xmlns:p14="http://schemas.microsoft.com/office/powerpoint/2010/main" val="2598162265"/>
              </p:ext>
            </p:extLst>
          </p:nvPr>
        </p:nvGraphicFramePr>
        <p:xfrm>
          <a:off x="4066985" y="4547560"/>
          <a:ext cx="3468925" cy="173739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346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1" i="0" u="none" strike="noStrike" cap="none" dirty="0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Imprime mensaje de aviso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1" i="0" u="none" strike="noStrike" cap="non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remite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1" i="0" u="none" strike="noStrike" cap="none" dirty="0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remite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11" name="Google Shape;611;p9"/>
          <p:cNvGraphicFramePr/>
          <p:nvPr>
            <p:extLst>
              <p:ext uri="{D42A27DB-BD31-4B8C-83A1-F6EECF244321}">
                <p14:modId xmlns:p14="http://schemas.microsoft.com/office/powerpoint/2010/main" val="3291413706"/>
              </p:ext>
            </p:extLst>
          </p:nvPr>
        </p:nvGraphicFramePr>
        <p:xfrm>
          <a:off x="7563161" y="3433447"/>
          <a:ext cx="1439850" cy="91442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2" name="Google Shape;612;p9"/>
          <p:cNvSpPr txBox="1"/>
          <p:nvPr/>
        </p:nvSpPr>
        <p:spPr>
          <a:xfrm>
            <a:off x="9525225" y="3510546"/>
            <a:ext cx="112229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Reglas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3" name="Google Shape;613;p9"/>
          <p:cNvGraphicFramePr/>
          <p:nvPr>
            <p:extLst>
              <p:ext uri="{D42A27DB-BD31-4B8C-83A1-F6EECF244321}">
                <p14:modId xmlns:p14="http://schemas.microsoft.com/office/powerpoint/2010/main" val="1797862034"/>
              </p:ext>
            </p:extLst>
          </p:nvPr>
        </p:nvGraphicFramePr>
        <p:xfrm>
          <a:off x="7604261" y="4547561"/>
          <a:ext cx="1439850" cy="1746324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97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 dirty="0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1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 dirty="0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4" name="Google Shape;614;p9"/>
          <p:cNvSpPr/>
          <p:nvPr/>
        </p:nvSpPr>
        <p:spPr>
          <a:xfrm>
            <a:off x="3583931" y="788273"/>
            <a:ext cx="8608070" cy="2386605"/>
          </a:xfrm>
          <a:prstGeom prst="rect">
            <a:avLst/>
          </a:prstGeom>
          <a:solidFill>
            <a:srgbClr val="FF9999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comprador no es cliente se imprime un mensaje de aviso y no se remite.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no hay stock y el comprador es cliente no se remite.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hay stock y el comprador es cliente se remite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9"/>
          <p:cNvSpPr/>
          <p:nvPr/>
        </p:nvSpPr>
        <p:spPr>
          <a:xfrm>
            <a:off x="9643097" y="4769545"/>
            <a:ext cx="2117835" cy="1301414"/>
          </a:xfrm>
          <a:prstGeom prst="roundRect">
            <a:avLst>
              <a:gd name="adj" fmla="val 16667"/>
            </a:avLst>
          </a:prstGeom>
          <a:solidFill>
            <a:srgbClr val="BBCFB9"/>
          </a:solidFill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ES" sz="32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s-E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Reglas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lang="es-ES" sz="4800" dirty="0">
                <a:solidFill>
                  <a:srgbClr val="3F3F3F"/>
                </a:solidFill>
              </a:rPr>
              <a:t>Tablas de Decisión </a:t>
            </a:r>
            <a:br>
              <a:rPr lang="es-ES" sz="4000" b="0" i="0" u="none" strike="noStrike" cap="none" dirty="0">
                <a:solidFill>
                  <a:srgbClr val="9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00" b="0" i="0" u="none" strike="noStrike" cap="none" dirty="0">
              <a:solidFill>
                <a:srgbClr val="9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0"/>
          <p:cNvSpPr txBox="1">
            <a:spLocks noGrp="1"/>
          </p:cNvSpPr>
          <p:nvPr>
            <p:ph type="body" idx="4294967295"/>
          </p:nvPr>
        </p:nvSpPr>
        <p:spPr>
          <a:xfrm>
            <a:off x="0" y="1863725"/>
            <a:ext cx="8928100" cy="417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ES" sz="2000" dirty="0"/>
              <a:t>Tablas de Decisión </a:t>
            </a:r>
            <a:endParaRPr sz="20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s-ES" sz="2800" b="1" dirty="0"/>
              <a:t>Especificaciones completas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s-ES" sz="2800" dirty="0"/>
              <a:t>Aquellas que determinan acciones (una o varias) para todas las reglas posibles.</a:t>
            </a: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s-ES" sz="2800" b="1" dirty="0"/>
              <a:t>Especificaciones redundantes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s-ES" sz="2800" dirty="0"/>
              <a:t>Aquellas que marcan para reglas que determinan las mismas condiciones acciones iguales.     </a:t>
            </a: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s-ES" sz="2800" b="1" dirty="0"/>
              <a:t>Especificaciones contradictorias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s-ES" sz="2800" dirty="0"/>
              <a:t>Aquellas que especifican para reglas que determinan las mismas condiciones acciones distintas.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800" dirty="0"/>
          </a:p>
        </p:txBody>
      </p:sp>
      <p:graphicFrame>
        <p:nvGraphicFramePr>
          <p:cNvPr id="624" name="Google Shape;624;p10"/>
          <p:cNvGraphicFramePr/>
          <p:nvPr>
            <p:extLst>
              <p:ext uri="{D42A27DB-BD31-4B8C-83A1-F6EECF244321}">
                <p14:modId xmlns:p14="http://schemas.microsoft.com/office/powerpoint/2010/main" val="2327129447"/>
              </p:ext>
            </p:extLst>
          </p:nvPr>
        </p:nvGraphicFramePr>
        <p:xfrm>
          <a:off x="9695869" y="2800192"/>
          <a:ext cx="1439850" cy="137163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endParaRPr sz="24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 dirty="0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25" name="Google Shape;625;p10"/>
          <p:cNvGraphicFramePr/>
          <p:nvPr>
            <p:extLst>
              <p:ext uri="{D42A27DB-BD31-4B8C-83A1-F6EECF244321}">
                <p14:modId xmlns:p14="http://schemas.microsoft.com/office/powerpoint/2010/main" val="4244742921"/>
              </p:ext>
            </p:extLst>
          </p:nvPr>
        </p:nvGraphicFramePr>
        <p:xfrm>
          <a:off x="6858273" y="1735112"/>
          <a:ext cx="3421625" cy="91442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342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1" i="0" u="none" strike="noStrike" cap="none" dirty="0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cliente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1" i="0" u="none" strike="noStrike" cap="none" dirty="0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Hay stock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6" name="Google Shape;626;p10"/>
          <p:cNvGraphicFramePr/>
          <p:nvPr>
            <p:extLst>
              <p:ext uri="{D42A27DB-BD31-4B8C-83A1-F6EECF244321}">
                <p14:modId xmlns:p14="http://schemas.microsoft.com/office/powerpoint/2010/main" val="3979224091"/>
              </p:ext>
            </p:extLst>
          </p:nvPr>
        </p:nvGraphicFramePr>
        <p:xfrm>
          <a:off x="8396002" y="4389919"/>
          <a:ext cx="3468925" cy="173739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346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1" i="0" u="none" strike="noStrike" cap="non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Imprime mensaje de aviso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1" i="0" u="none" strike="noStrike" cap="non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remite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1" i="0" u="none" strike="noStrike" cap="none" dirty="0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remite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27" name="Google Shape;627;p10"/>
          <p:cNvGraphicFramePr/>
          <p:nvPr>
            <p:extLst>
              <p:ext uri="{D42A27DB-BD31-4B8C-83A1-F6EECF244321}">
                <p14:modId xmlns:p14="http://schemas.microsoft.com/office/powerpoint/2010/main" val="2461154428"/>
              </p:ext>
            </p:extLst>
          </p:nvPr>
        </p:nvGraphicFramePr>
        <p:xfrm>
          <a:off x="10279919" y="1735112"/>
          <a:ext cx="1439850" cy="91442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3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lang="es-ES" sz="24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30FBAC6-618E-BD5B-98BF-6F39A5F8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33" name="Google Shape;633;p1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BFBFBF"/>
                </a:solidFill>
              </a:rPr>
              <a:t>Ingeniería de Software I</a:t>
            </a:r>
            <a:endParaRPr>
              <a:solidFill>
                <a:srgbClr val="BFBFBF"/>
              </a:solidFill>
            </a:endParaRPr>
          </a:p>
        </p:txBody>
      </p:sp>
      <p:sp>
        <p:nvSpPr>
          <p:cNvPr id="634" name="Google Shape;634;p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>
                <a:solidFill>
                  <a:srgbClr val="FFFFFF"/>
                </a:solidFill>
              </a:rPr>
              <a:t>9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632" name="Google Shape;632;p11"/>
          <p:cNvSpPr txBox="1">
            <a:spLocks noGrp="1"/>
          </p:cNvSpPr>
          <p:nvPr>
            <p:ph type="body" idx="4294967295"/>
          </p:nvPr>
        </p:nvSpPr>
        <p:spPr>
          <a:xfrm>
            <a:off x="2133600" y="1709738"/>
            <a:ext cx="100584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400"/>
              <a:t>Tablas de Decisión </a:t>
            </a:r>
            <a:endParaRPr sz="240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/>
              <a:t>Redundancia y Contradicción </a:t>
            </a:r>
            <a:endParaRPr sz="2400"/>
          </a:p>
        </p:txBody>
      </p:sp>
      <p:graphicFrame>
        <p:nvGraphicFramePr>
          <p:cNvPr id="635" name="Google Shape;635;p11"/>
          <p:cNvGraphicFramePr/>
          <p:nvPr/>
        </p:nvGraphicFramePr>
        <p:xfrm>
          <a:off x="6648868" y="2564904"/>
          <a:ext cx="3527425" cy="3096375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5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9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Reglas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36" name="Google Shape;636;p11"/>
          <p:cNvGraphicFramePr/>
          <p:nvPr/>
        </p:nvGraphicFramePr>
        <p:xfrm>
          <a:off x="1991544" y="2636913"/>
          <a:ext cx="3672450" cy="302950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6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8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8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Reglas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FC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37" name="Google Shape;637;p11"/>
          <p:cNvSpPr txBox="1"/>
          <p:nvPr/>
        </p:nvSpPr>
        <p:spPr>
          <a:xfrm>
            <a:off x="2999657" y="5661248"/>
            <a:ext cx="14010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Redundante </a:t>
            </a:r>
            <a:endParaRPr sz="1800" b="1">
              <a:solidFill>
                <a:srgbClr val="3135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1"/>
          <p:cNvSpPr txBox="1"/>
          <p:nvPr/>
        </p:nvSpPr>
        <p:spPr>
          <a:xfrm>
            <a:off x="7536160" y="5733256"/>
            <a:ext cx="16035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Contradictoria </a:t>
            </a:r>
            <a:endParaRPr sz="1800" b="1">
              <a:solidFill>
                <a:srgbClr val="3135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1"/>
          <p:cNvSpPr txBox="1"/>
          <p:nvPr/>
        </p:nvSpPr>
        <p:spPr>
          <a:xfrm>
            <a:off x="609598" y="561053"/>
            <a:ext cx="1032401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lang="es-ES" sz="4800" dirty="0">
                <a:solidFill>
                  <a:srgbClr val="3F3F3F"/>
                </a:solidFill>
                <a:latin typeface="Calibri"/>
                <a:cs typeface="Calibri"/>
                <a:sym typeface="Calibri"/>
              </a:rPr>
              <a:t>Tablas de Decisión </a:t>
            </a:r>
            <a:br>
              <a:rPr lang="es-ES" sz="4000" cap="none" dirty="0">
                <a:solidFill>
                  <a:srgbClr val="9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00" cap="none" dirty="0">
              <a:solidFill>
                <a:srgbClr val="9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lang="es-ES" sz="4800" dirty="0">
                <a:solidFill>
                  <a:srgbClr val="3F3F3F"/>
                </a:solidFill>
              </a:rPr>
              <a:t>Tablas de Decisión </a:t>
            </a:r>
            <a:br>
              <a:rPr lang="es-ES" sz="4000" b="0" i="0" u="none" strike="noStrike" cap="none" dirty="0">
                <a:solidFill>
                  <a:srgbClr val="9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00" b="0" i="0" u="none" strike="noStrike" cap="none" dirty="0">
              <a:solidFill>
                <a:srgbClr val="9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2"/>
          <p:cNvSpPr txBox="1">
            <a:spLocks noGrp="1"/>
          </p:cNvSpPr>
          <p:nvPr>
            <p:ph type="body" idx="4294967295"/>
          </p:nvPr>
        </p:nvSpPr>
        <p:spPr>
          <a:xfrm>
            <a:off x="1097280" y="1844675"/>
            <a:ext cx="9937750" cy="201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ES" sz="2000" dirty="0"/>
              <a:t>Tablas de Decisión </a:t>
            </a:r>
            <a:endParaRPr sz="20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 dirty="0"/>
              <a:t>Reducción de Complejidad (Redundancia)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 dirty="0"/>
              <a:t>Combine las reglas en donde sea evidente que una alternativa no representa una diferencia en el resultado. 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 dirty="0"/>
              <a:t>El </a:t>
            </a:r>
            <a:r>
              <a:rPr lang="es-ES" sz="2400" dirty="0" err="1"/>
              <a:t>guión</a:t>
            </a:r>
            <a:r>
              <a:rPr lang="es-ES" sz="2400" dirty="0"/>
              <a:t> [—] significa que la condición 2 puede ser S o N, y que aún así se realizará la acción.</a:t>
            </a: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endParaRPr sz="20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endParaRPr sz="2000" dirty="0"/>
          </a:p>
        </p:txBody>
      </p:sp>
      <p:graphicFrame>
        <p:nvGraphicFramePr>
          <p:cNvPr id="648" name="Google Shape;648;p12"/>
          <p:cNvGraphicFramePr/>
          <p:nvPr/>
        </p:nvGraphicFramePr>
        <p:xfrm>
          <a:off x="3071665" y="4293096"/>
          <a:ext cx="2574925" cy="179835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156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Condición 1: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Condición 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Acción 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9" name="Google Shape;649;p12"/>
          <p:cNvGraphicFramePr/>
          <p:nvPr/>
        </p:nvGraphicFramePr>
        <p:xfrm>
          <a:off x="6096000" y="4293096"/>
          <a:ext cx="2735525" cy="118875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20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Condición 1: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Condición 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_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Acción 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lang="es-ES" sz="20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lang="es-ES" sz="4800" dirty="0">
                <a:solidFill>
                  <a:srgbClr val="3F3F3F"/>
                </a:solidFill>
              </a:rPr>
              <a:t>Tablas de Decisión </a:t>
            </a:r>
            <a:br>
              <a:rPr lang="es-ES" sz="4000" b="0" i="0" u="none" strike="noStrike" cap="none" dirty="0">
                <a:solidFill>
                  <a:srgbClr val="9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00" b="0" i="0" u="none" strike="noStrike" cap="none" dirty="0">
              <a:solidFill>
                <a:srgbClr val="9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>
                <a:solidFill>
                  <a:srgbClr val="C00000"/>
                </a:solidFill>
              </a:rPr>
              <a:t>11</a:t>
            </a:fld>
            <a:endParaRPr>
              <a:solidFill>
                <a:srgbClr val="C00000"/>
              </a:solidFill>
            </a:endParaRPr>
          </a:p>
        </p:txBody>
      </p:sp>
      <p:sp>
        <p:nvSpPr>
          <p:cNvPr id="655" name="Google Shape;655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400"/>
              <a:t>Tablas de Decisión </a:t>
            </a:r>
            <a:endParaRPr sz="240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/>
              <a:t>Reducción de Complejidad (Redundancia)</a:t>
            </a:r>
            <a:endParaRPr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/>
              <a:t>Álgebra de Boole </a:t>
            </a:r>
            <a:endParaRPr sz="240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endParaRPr sz="1800"/>
          </a:p>
        </p:txBody>
      </p:sp>
      <p:sp>
        <p:nvSpPr>
          <p:cNvPr id="656" name="Google Shape;656;p1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BFBFBF"/>
                </a:solidFill>
              </a:rPr>
              <a:t>Ingeniería de Software I</a:t>
            </a:r>
            <a:endParaRPr>
              <a:solidFill>
                <a:srgbClr val="BFBFBF"/>
              </a:solidFill>
            </a:endParaRPr>
          </a:p>
        </p:txBody>
      </p:sp>
      <p:graphicFrame>
        <p:nvGraphicFramePr>
          <p:cNvPr id="658" name="Google Shape;658;p13"/>
          <p:cNvGraphicFramePr/>
          <p:nvPr/>
        </p:nvGraphicFramePr>
        <p:xfrm>
          <a:off x="2639541" y="3212977"/>
          <a:ext cx="4679950" cy="2524825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324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Reglas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Es cliente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Hay stock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Imprime mensaje de aviso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Se remite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No se remite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59" name="Google Shape;659;p13"/>
          <p:cNvGraphicFramePr/>
          <p:nvPr/>
        </p:nvGraphicFramePr>
        <p:xfrm>
          <a:off x="8040216" y="3212977"/>
          <a:ext cx="1295400" cy="2250505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44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50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Reglas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_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0" i="0" u="none" strike="noStrike" cap="non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s-ES" dirty="0"/>
              <a:t>Tablas de Decisión </a:t>
            </a:r>
            <a:br>
              <a:rPr lang="es-ES" sz="4000" dirty="0"/>
            </a:br>
            <a:endParaRPr sz="4000" dirty="0"/>
          </a:p>
        </p:txBody>
      </p:sp>
      <p:sp>
        <p:nvSpPr>
          <p:cNvPr id="666" name="Google Shape;666;p1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667" name="Google Shape;667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  <p:sp>
        <p:nvSpPr>
          <p:cNvPr id="668" name="Google Shape;668;p14"/>
          <p:cNvSpPr/>
          <p:nvPr/>
        </p:nvSpPr>
        <p:spPr>
          <a:xfrm>
            <a:off x="1437051" y="1993094"/>
            <a:ext cx="10668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742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s-E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las condiciones y las acciones.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4"/>
          <p:cNvSpPr/>
          <p:nvPr/>
        </p:nvSpPr>
        <p:spPr>
          <a:xfrm>
            <a:off x="1437051" y="2627651"/>
            <a:ext cx="8261131" cy="1754326"/>
          </a:xfrm>
          <a:prstGeom prst="rect">
            <a:avLst/>
          </a:prstGeom>
          <a:solidFill>
            <a:srgbClr val="B9CDC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quiere determinar el incremento en el salario de los empleados de acuerdo con estos criterios: 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es altamente productivo tendrá un plus de productividad. 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es encargado de su grupo tendrá un plus de encargado.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ha cometido una infracción grave durante ese mes le será eliminado cualquier plus que pudiera tener y se le descontará un 10% de su salario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1" name="Google Shape;671;p14"/>
          <p:cNvGraphicFramePr/>
          <p:nvPr>
            <p:extLst>
              <p:ext uri="{D42A27DB-BD31-4B8C-83A1-F6EECF244321}">
                <p14:modId xmlns:p14="http://schemas.microsoft.com/office/powerpoint/2010/main" val="55436860"/>
              </p:ext>
            </p:extLst>
          </p:nvPr>
        </p:nvGraphicFramePr>
        <p:xfrm>
          <a:off x="1471840" y="4848189"/>
          <a:ext cx="4231025" cy="142656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423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 dirty="0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Empleado altamente productivo</a:t>
                      </a:r>
                      <a:endParaRPr sz="1800" b="1" i="0" u="none" strike="noStrike" cap="none" dirty="0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u="none" strike="noStrike" cap="none"/>
                        <a:t>Empleado encargado de su grupo </a:t>
                      </a:r>
                      <a:endParaRPr sz="18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u="none" strike="noStrike" cap="none" dirty="0"/>
                        <a:t>empleado ha cometido una infracción grave </a:t>
                      </a:r>
                      <a:endParaRPr sz="1800" b="1" i="0" u="none" strike="noStrike" cap="none" dirty="0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72" name="Google Shape;672;p14"/>
          <p:cNvSpPr txBox="1"/>
          <p:nvPr/>
        </p:nvSpPr>
        <p:spPr>
          <a:xfrm>
            <a:off x="1572297" y="4326057"/>
            <a:ext cx="174054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Condiciones</a:t>
            </a:r>
            <a:endParaRPr/>
          </a:p>
        </p:txBody>
      </p:sp>
      <p:sp>
        <p:nvSpPr>
          <p:cNvPr id="673" name="Google Shape;673;p14"/>
          <p:cNvSpPr txBox="1"/>
          <p:nvPr/>
        </p:nvSpPr>
        <p:spPr>
          <a:xfrm>
            <a:off x="6513394" y="4392547"/>
            <a:ext cx="24075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Acciones</a:t>
            </a:r>
            <a:endParaRPr/>
          </a:p>
        </p:txBody>
      </p:sp>
      <p:graphicFrame>
        <p:nvGraphicFramePr>
          <p:cNvPr id="674" name="Google Shape;674;p14"/>
          <p:cNvGraphicFramePr/>
          <p:nvPr>
            <p:extLst>
              <p:ext uri="{D42A27DB-BD31-4B8C-83A1-F6EECF244321}">
                <p14:modId xmlns:p14="http://schemas.microsoft.com/office/powerpoint/2010/main" val="3319187146"/>
              </p:ext>
            </p:extLst>
          </p:nvPr>
        </p:nvGraphicFramePr>
        <p:xfrm>
          <a:off x="6489137" y="4901901"/>
          <a:ext cx="3065700" cy="1463080"/>
        </p:xfrm>
        <a:graphic>
          <a:graphicData uri="http://schemas.openxmlformats.org/drawingml/2006/table">
            <a:tbl>
              <a:tblPr>
                <a:noFill/>
                <a:tableStyleId>{86DC4FAF-F3F0-467E-A046-F97A92CCA5D3}</a:tableStyleId>
              </a:tblPr>
              <a:tblGrid>
                <a:gridCol w="306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Plus de productividad</a:t>
                      </a:r>
                      <a:endParaRPr sz="18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u="none" strike="noStrike" cap="none"/>
                        <a:t>Plus de encargado</a:t>
                      </a:r>
                      <a:endParaRPr sz="18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u="none" strike="noStrike" cap="none"/>
                        <a:t>Elimina cualquier plus</a:t>
                      </a:r>
                      <a:endParaRPr sz="18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b="1" i="0" u="none" strike="noStrike" cap="none" dirty="0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Descuento 10%</a:t>
                      </a:r>
                      <a:endParaRPr sz="1800" b="1" i="0" u="none" strike="noStrike" cap="none" dirty="0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s-ES" sz="4000"/>
              <a:t>Técnicas de Especificación de Requerimientos Dinámicas- </a:t>
            </a:r>
            <a:r>
              <a:rPr lang="es-ES" sz="3600" b="1"/>
              <a:t>Tablas de Decisión </a:t>
            </a:r>
            <a:br>
              <a:rPr lang="es-ES" sz="4000"/>
            </a:br>
            <a:endParaRPr sz="4000"/>
          </a:p>
        </p:txBody>
      </p:sp>
      <p:sp>
        <p:nvSpPr>
          <p:cNvPr id="680" name="Google Shape;680;p1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681" name="Google Shape;681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657226" y="1857375"/>
            <a:ext cx="10668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Completar la tabla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4" name="Google Shape;684;p15"/>
          <p:cNvGraphicFramePr/>
          <p:nvPr/>
        </p:nvGraphicFramePr>
        <p:xfrm>
          <a:off x="1830875" y="1709028"/>
          <a:ext cx="8128000" cy="3332570"/>
        </p:xfrm>
        <a:graphic>
          <a:graphicData uri="http://schemas.openxmlformats.org/drawingml/2006/table">
            <a:tbl>
              <a:tblPr firstRow="1" bandRow="1">
                <a:noFill/>
                <a:tableStyleId>{0FBC4073-2079-4BD0-B836-F74B6868D695}</a:tableStyleId>
              </a:tblPr>
              <a:tblGrid>
                <a:gridCol w="409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u="none" strike="noStrike" cap="none"/>
                        <a:t>Condiciones</a:t>
                      </a:r>
                      <a:endParaRPr sz="1800" b="1"/>
                    </a:p>
                  </a:txBody>
                  <a:tcPr marL="91450" marR="91450" marT="45725" marB="45725"/>
                </a:tc>
                <a:tc grid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/>
                        <a:t>Reglas </a:t>
                      </a:r>
                      <a:endParaRPr sz="1350" b="1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600" u="none" strike="noStrike" cap="none"/>
                        <a:t>Empleado altamente productivo</a:t>
                      </a:r>
                      <a:endParaRPr sz="16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600"/>
                        <a:t>Empleado encargado de su grupo </a:t>
                      </a:r>
                      <a:endParaRPr sz="16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600"/>
                        <a:t>empleado ha cometido una infracción grave </a:t>
                      </a:r>
                      <a:endParaRPr sz="16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V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F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/>
                        <a:t>Acciones </a:t>
                      </a:r>
                      <a:endParaRPr sz="18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strike="noStrike" cap="none"/>
                        <a:t>Plus de productividad</a:t>
                      </a:r>
                      <a:endParaRPr sz="18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/>
                        <a:t>Plus de encargado</a:t>
                      </a:r>
                      <a:endParaRPr sz="18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/>
                        <a:t>Elimina cualquier plus</a:t>
                      </a:r>
                      <a:endParaRPr sz="18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strike="noStrike" cap="none"/>
                        <a:t>Descuento 10%</a:t>
                      </a:r>
                      <a:endParaRPr sz="1800" b="1" i="0" u="none" strike="noStrike" cap="non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85" name="Google Shape;685;p15"/>
          <p:cNvGraphicFramePr/>
          <p:nvPr/>
        </p:nvGraphicFramePr>
        <p:xfrm>
          <a:off x="1710582" y="5939366"/>
          <a:ext cx="8147800" cy="370850"/>
        </p:xfrm>
        <a:graphic>
          <a:graphicData uri="http://schemas.openxmlformats.org/drawingml/2006/table">
            <a:tbl>
              <a:tblPr firstRow="1" bandRow="1">
                <a:noFill/>
                <a:tableStyleId>{0FBC4073-2079-4BD0-B836-F74B6868D695}</a:tableStyleId>
              </a:tblPr>
              <a:tblGrid>
                <a:gridCol w="411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No se incrementa el salario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50"/>
                        <a:t>X</a:t>
                      </a:r>
                      <a:endParaRPr sz="1350"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6" name="Google Shape;686;p15"/>
          <p:cNvSpPr/>
          <p:nvPr/>
        </p:nvSpPr>
        <p:spPr>
          <a:xfrm>
            <a:off x="3650444" y="-137535"/>
            <a:ext cx="8261100" cy="1754400"/>
          </a:xfrm>
          <a:prstGeom prst="rect">
            <a:avLst/>
          </a:prstGeom>
          <a:solidFill>
            <a:srgbClr val="B9CDC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quiere determinar el incremento en el salario de los empleados de acuerdo con estos criterios: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es altamente productivo tendrá un plus de productividad.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es encargado de su grupo tendrá un plus de encargado.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ha cometido una infracción grave durante ese mes le será eliminado cualquier plus que pudiera tener y se le descontará un 10% de su salario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5"/>
          <p:cNvSpPr/>
          <p:nvPr/>
        </p:nvSpPr>
        <p:spPr>
          <a:xfrm>
            <a:off x="9958875" y="2555072"/>
            <a:ext cx="324000" cy="978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948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/>
              <a:t>Recordar </a:t>
            </a:r>
            <a:endParaRPr/>
          </a:p>
        </p:txBody>
      </p:sp>
      <p:sp>
        <p:nvSpPr>
          <p:cNvPr id="694" name="Google Shape;694;p1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695" name="Google Shape;695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696" name="Google Shape;696;p16"/>
          <p:cNvSpPr txBox="1"/>
          <p:nvPr/>
        </p:nvSpPr>
        <p:spPr>
          <a:xfrm>
            <a:off x="1228305" y="2246359"/>
            <a:ext cx="10152457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construir tablas de decisión, el analista necesita determinar el tamaño máximo de la tabla; eliminar cualquier situación imposible, inconsistencia o redundancia, y simplificar la tabla lo más que pueda.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esencial que verifique la integridad y precisión de sus tablas de decisión. Pueden ocurrir cuatro problemas principales al desarrollar tablas de decisión: que estén incompletas, que existan situaciones imposibles, contradicciones y redundancia.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7"/>
          <p:cNvSpPr txBox="1">
            <a:spLocks noGrp="1"/>
          </p:cNvSpPr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 dirty="0">
                <a:solidFill>
                  <a:schemeClr val="tx1"/>
                </a:solidFill>
              </a:rPr>
              <a:t>Bibliografía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02" name="Google Shape;702;p17"/>
          <p:cNvSpPr txBox="1">
            <a:spLocks noGrp="1"/>
          </p:cNvSpPr>
          <p:nvPr>
            <p:ph type="body" idx="2"/>
          </p:nvPr>
        </p:nvSpPr>
        <p:spPr>
          <a:xfrm>
            <a:off x="839416" y="2060848"/>
            <a:ext cx="9361040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400" dirty="0"/>
              <a:t>Libros consultados para Tablas de Decisión</a:t>
            </a:r>
            <a:endParaRPr sz="2400" dirty="0"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 dirty="0"/>
              <a:t>Kendall &amp; Kendall , Capítulo 9 , Análisis y Diseño de Sistemas, Pearson Prentice Hall 2011 . 8va edición</a:t>
            </a: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 dirty="0"/>
              <a:t>Pressman,  Pag .254-255, Ingeniería de software, Mc Graw Hill 2010 7ma edición</a:t>
            </a:r>
            <a:endParaRPr sz="24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 dirty="0"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68580" lvl="0" indent="-6858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endParaRPr sz="2400" dirty="0"/>
          </a:p>
        </p:txBody>
      </p:sp>
      <p:sp>
        <p:nvSpPr>
          <p:cNvPr id="703" name="Google Shape;703;p17"/>
          <p:cNvSpPr txBox="1">
            <a:spLocks noGrp="1"/>
          </p:cNvSpPr>
          <p:nvPr>
            <p:ph type="ftr" idx="11"/>
          </p:nvPr>
        </p:nvSpPr>
        <p:spPr>
          <a:xfrm>
            <a:off x="6671735" y="6308728"/>
            <a:ext cx="47053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BFBFBF"/>
                </a:solidFill>
              </a:rPr>
              <a:t>Ingeniería de Software I</a:t>
            </a:r>
            <a:endParaRPr>
              <a:solidFill>
                <a:srgbClr val="BFBFBF"/>
              </a:solidFill>
            </a:endParaRPr>
          </a:p>
        </p:txBody>
      </p:sp>
      <p:sp>
        <p:nvSpPr>
          <p:cNvPr id="704" name="Google Shape;704;p17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>
                <a:solidFill>
                  <a:srgbClr val="C00000"/>
                </a:solidFill>
              </a:rPr>
              <a:t>15</a:t>
            </a:fld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3">
  <a:themeElements>
    <a:clrScheme name="Personalizado 1">
      <a:dk1>
        <a:srgbClr val="000000"/>
      </a:dk1>
      <a:lt1>
        <a:srgbClr val="FFFFFF"/>
      </a:lt1>
      <a:dk2>
        <a:srgbClr val="646B86"/>
      </a:dk2>
      <a:lt2>
        <a:srgbClr val="C5D1D7"/>
      </a:lt2>
      <a:accent1>
        <a:srgbClr val="C00000"/>
      </a:accent1>
      <a:accent2>
        <a:srgbClr val="CCB400"/>
      </a:accent2>
      <a:accent3>
        <a:srgbClr val="8CADAE"/>
      </a:accent3>
      <a:accent4>
        <a:srgbClr val="7F7F7F"/>
      </a:accent4>
      <a:accent5>
        <a:srgbClr val="8FB08C"/>
      </a:accent5>
      <a:accent6>
        <a:srgbClr val="C00000"/>
      </a:accent6>
      <a:hlink>
        <a:srgbClr val="00A3D6"/>
      </a:hlink>
      <a:folHlink>
        <a:srgbClr val="694F0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Retrospección">
  <a:themeElements>
    <a:clrScheme name="Personalizado 1">
      <a:dk1>
        <a:srgbClr val="0C0C0C"/>
      </a:dk1>
      <a:lt1>
        <a:srgbClr val="FFFFFF"/>
      </a:lt1>
      <a:dk2>
        <a:srgbClr val="3F3F3F"/>
      </a:dk2>
      <a:lt2>
        <a:srgbClr val="E4E9EF"/>
      </a:lt2>
      <a:accent1>
        <a:srgbClr val="54747B"/>
      </a:accent1>
      <a:accent2>
        <a:srgbClr val="8D1532"/>
      </a:accent2>
      <a:accent3>
        <a:srgbClr val="ADD6FF"/>
      </a:accent3>
      <a:accent4>
        <a:srgbClr val="846648"/>
      </a:accent4>
      <a:accent5>
        <a:srgbClr val="AAD957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G I 2022 Clase 3 Requerimientos II-CU" id="{80EA9F4A-32E0-41C2-8E1F-138AC85E4AD0}" vid="{4D10B8EB-A489-4EA0-A0C0-B053C11A963B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1144</Words>
  <Application>Microsoft Office PowerPoint</Application>
  <PresentationFormat>Widescreen</PresentationFormat>
  <Paragraphs>363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Noto Sans Symbols</vt:lpstr>
      <vt:lpstr>Calibri</vt:lpstr>
      <vt:lpstr>Libre Baskerville</vt:lpstr>
      <vt:lpstr>Arial</vt:lpstr>
      <vt:lpstr>Times New Roman</vt:lpstr>
      <vt:lpstr>1_Tema3</vt:lpstr>
      <vt:lpstr>2_Retrospección</vt:lpstr>
      <vt:lpstr>Ingeniería de Software I  - Tablas de decisión</vt:lpstr>
      <vt:lpstr>Ingeniería de Requerimientos</vt:lpstr>
      <vt:lpstr>Técnicas de Especificación de Requerimientos Dinámicas</vt:lpstr>
      <vt:lpstr>Técnicas de Especificación de Requerimientos Dinámicas</vt:lpstr>
      <vt:lpstr>Tablas de Decisión  </vt:lpstr>
      <vt:lpstr>PowerPoint Presentation</vt:lpstr>
      <vt:lpstr>Tablas de Decisión  </vt:lpstr>
      <vt:lpstr>Tablas de Decisión  </vt:lpstr>
      <vt:lpstr>PowerPoint Presentation</vt:lpstr>
      <vt:lpstr>Tablas de Decisión  </vt:lpstr>
      <vt:lpstr>Tablas de Decisión  </vt:lpstr>
      <vt:lpstr>Tablas de Decisión  </vt:lpstr>
      <vt:lpstr>Técnicas de Especificación de Requerimientos Dinámicas- Tablas de Decisión  </vt:lpstr>
      <vt:lpstr>Recordar 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 I  - Tablas de decisión</dc:title>
  <dc:creator>User</dc:creator>
  <cp:lastModifiedBy>thiago laurence</cp:lastModifiedBy>
  <cp:revision>1</cp:revision>
  <dcterms:modified xsi:type="dcterms:W3CDTF">2022-10-07T12:39:34Z</dcterms:modified>
</cp:coreProperties>
</file>